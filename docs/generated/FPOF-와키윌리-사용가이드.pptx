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19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65392" y="0"/>
            <a:ext cx="36576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583680" y="274320"/>
            <a:ext cx="2560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8800" dirty="0"/>
          </a:p>
          <a:p>
            <a:pPr marL="0" indent="0" algn="ctr">
              <a:buNone/>
            </a:pPr>
            <a:r>
              <a:rPr lang="en-US" sz="8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4754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EF200"/>
                </a:solidFill>
              </a:rPr>
              <a:t>WACKY WILLY  ×  FPOF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6035040" cy="5029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패션 하우스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완전 정복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20040" y="33375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9999"/>
                </a:solidFill>
              </a:rPr>
              <a:t>비개발자도 쉽게 따라하는 전체 사용 가이드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2026.03  |  와키윌리 사업부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2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오늘의 순서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이 가이드 하나로 AI 패션 하우스를 완벽하게 활용합니다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FPOF가 뭔가요?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AI 패션 하우스 개념 + 기존 방식과의 차이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5720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우리 팀은 누구인가요?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6개 에이전시 20명의 역할 + 자동 라우팅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45720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34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어떻게 사용하나요?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27340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자연어 요청법 + 시즌 사이클 + 명령어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438144"/>
            <a:ext cx="45720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14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438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무엇을 만들 수 있나요?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34381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산출물 목록 + 문서 자동 변환 시스템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142232"/>
            <a:ext cx="45720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114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5555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핵심 원칙과 시작하는 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06240" y="4142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3가지 원칙 + 오늘 바로 시작하는 액션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" y="3657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000000"/>
                </a:solidFill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13716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FPOF란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무엇인가?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749040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AI 패션 하우스의 개념과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기존 방식과의 차이를 알아봅니다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4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FPOF = 우리만의 AI 직원들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8A8DB"/>
                </a:solidFill>
              </a:rPr>
              <a:t>Fashion PDCA Orchestration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와키윌리의 모든 패션 업무를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AI가 담당합니다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패션 실무자가 자연어로 지시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AI가 브랜드 지식 기반으로 실무 산출물 생성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6개 에이전시, 20명의 AI 전문가 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트렌드 브리프부터 테크팩까지 자동화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"/>
            <a:ext cx="4206240" cy="7315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6459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전략기획실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79408" y="164592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73152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960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크리에이티브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9408" y="960120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00600" y="1755648"/>
            <a:ext cx="4206240" cy="7315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75564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프로덕트 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79408" y="1755648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00600" y="2551176"/>
            <a:ext cx="4206240" cy="7315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255117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마케팅 쇼룸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79408" y="2551176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00600" y="3346704"/>
            <a:ext cx="4206240" cy="7315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3346704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인텔리전스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79408" y="3346704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00600" y="4142232"/>
            <a:ext cx="4206240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41422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QC 본부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79408" y="4142232"/>
            <a:ext cx="64008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5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방식 vs FPOF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0" y="822960"/>
            <a:ext cx="9144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</a:rPr>
              <a:t>😩  기존 방식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931920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92040" y="822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🚀  FPOF 도입 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✗  엑셀 수작업으로 라인시트 정리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✗  PPT 직접 만드는 트렌드 브리프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7797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✗  여러 자료 찾아 헤매는 브랜드 가이드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✗  담당자마다 다른 산출물 포맷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40965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✗  시즌 기획 → 런칭까지 수개월 걸림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931920" cy="566928"/>
          </a:xfrm>
          <a:prstGeom prst="rect">
            <a:avLst/>
          </a:prstGeom>
          <a:solidFill>
            <a:srgbClr val="FFFDE0"/>
          </a:solidFill>
          <a:ln w="12700">
            <a:solidFill>
              <a:srgbClr val="FFF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✓  자연어 한 문장으로 라인시트 자동 생성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931920" cy="566928"/>
          </a:xfrm>
          <a:prstGeom prst="rect">
            <a:avLst/>
          </a:prstGeom>
          <a:solidFill>
            <a:srgbClr val="FFFEF0"/>
          </a:solidFill>
          <a:ln w="12700">
            <a:solidFill>
              <a:srgbClr val="FFFE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21214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✓  "트렌드 브리프 만들어줘"로 즉시 완성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79776"/>
            <a:ext cx="3931920" cy="566928"/>
          </a:xfrm>
          <a:prstGeom prst="rect">
            <a:avLst/>
          </a:prstGeom>
          <a:solidFill>
            <a:srgbClr val="FFFDE0"/>
          </a:solidFill>
          <a:ln w="12700">
            <a:solidFill>
              <a:srgbClr val="FFF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27797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✓  브랜드 DNA가 모든 산출물에 자동 반영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438144"/>
            <a:ext cx="3931920" cy="566928"/>
          </a:xfrm>
          <a:prstGeom prst="rect">
            <a:avLst/>
          </a:prstGeom>
          <a:solidFill>
            <a:srgbClr val="FFFEF0"/>
          </a:solidFill>
          <a:ln w="12700">
            <a:solidFill>
              <a:srgbClr val="FFFE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343814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✓  표준화된 템플릿 + 브랜드 컬러 자동 적용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096512"/>
            <a:ext cx="3931920" cy="566928"/>
          </a:xfrm>
          <a:prstGeom prst="rect">
            <a:avLst/>
          </a:prstGeom>
          <a:solidFill>
            <a:srgbClr val="FFFDE0"/>
          </a:solidFill>
          <a:ln w="12700">
            <a:solidFill>
              <a:srgbClr val="FFF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92040" y="40965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✓  AI가 24시간 병렬 처리로 속도 10배+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286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0000"/>
                </a:solidFill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12801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패션 하우스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팀을 만나봐요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6개 에이전시 · 20명의 AI 전문가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자동 라우팅 시스템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7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6개 에이전시 · 20명의 AI 전문가 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88920" cy="18745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8892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9692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전략기획실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시장·MD·브랜드·컬렉션 기획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249424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423160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4명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788920" cy="187452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78892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10712" y="9692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크리에이티브 스튜디오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무드보드·디자인·비주얼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2249424"/>
            <a:ext cx="5486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49240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3명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804672"/>
            <a:ext cx="2788920" cy="18745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72200" y="804672"/>
            <a:ext cx="278892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36792" y="9692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프로덕트 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6792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테크팩·원가·QC·생산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2249424"/>
            <a:ext cx="5486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75320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3명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2788920" cy="18745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0040" y="2889504"/>
            <a:ext cx="278892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마케팅 쇼룸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" y="36210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IMC·콘텐츠·카피·소셜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4334256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423160" y="4334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4명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889504"/>
            <a:ext cx="278892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46120" y="2889504"/>
            <a:ext cx="278892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10712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인텔리전스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10712" y="36210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트렌드 분석·인사이트 아카이빙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4334256"/>
            <a:ext cx="5486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49240" y="4334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2명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889504"/>
            <a:ext cx="2788920" cy="18745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172200" y="2889504"/>
            <a:ext cx="278892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36792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QC 본부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36792" y="36210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품질검증·갭분석·리포트·PDCA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75320" y="4334256"/>
            <a:ext cx="5486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275320" y="4334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200"/>
                </a:solidFill>
              </a:rPr>
              <a:t>4명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8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이렇게 말하면 이 팀이 움직여요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이런 말을 하면...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868680"/>
            <a:ext cx="3200400" cy="38404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577840" y="868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이 팀이 담당해요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5029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532120" y="1353312"/>
            <a:ext cx="32004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35331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트렌드, 시즌 기획, SKU, MD 계획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3533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전략기획실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19656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532120" y="181965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1965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무드보드, 디자인, 컬러, 비주얼, 그래픽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8196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크리에이티브 스튜디오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5029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532120" y="2286000"/>
            <a:ext cx="32004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28600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테크팩, 원가, BOM, QC, 사이즈 스펙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22860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프로덕트 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52344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32120" y="275234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275234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마케팅, 캠페인, GTM, 채널 전략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7523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마케팅 쇼룸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18688"/>
            <a:ext cx="5029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532120" y="3218688"/>
            <a:ext cx="32004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21868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화보, 룩북, 숏폼, 콘텐츠 제작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3218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마케팅 쇼룸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532120" y="368503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68503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인플루언서, 바이럴, 런칭, 시딩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6850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마케팅 쇼룸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51376"/>
            <a:ext cx="5029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532120" y="4151376"/>
            <a:ext cx="32004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415137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매출, KPI, 분석, 성과, 데이터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41513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데이터 인텔리전스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532120" y="461772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02920" y="461772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검수, 갭 분석, 품질 체크, 보고서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46177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8DB"/>
                </a:solidFill>
              </a:rPr>
              <a:t>QC 본부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016752" y="0"/>
            <a:ext cx="54864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어떻게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사용하나요?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41330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자연어 요청 → 시즌 사이클 → 명령어 활용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4645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55555"/>
                </a:solidFill>
              </a:rPr>
              <a:t>SECTION 03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10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딱 3단계면 끝납니다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Claude Code를 열고, 말하고, 결과물을 받으면 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43200" cy="354787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743200" cy="7315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EF200"/>
                </a:solidFill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2402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열기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" y="3090672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macOS: 터미널에서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`claude` 명령어 입력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(conductor-playground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폴더에서 실행)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2743200" cy="354787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1261872"/>
            <a:ext cx="2743200" cy="73152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29000" y="1463040"/>
            <a:ext cx="640080" cy="64008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290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062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8A8DB"/>
                </a:solidFill>
              </a:rPr>
              <a:t>STEP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0712" y="22402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자연어로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요청하기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10712" y="3090672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예: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"26SS 트렌드 브리프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만들어줘"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한국어로 그냥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말하면 됩니다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261872"/>
            <a:ext cx="2743200" cy="354787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1261872"/>
            <a:ext cx="27432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6400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093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0000"/>
                </a:solidFill>
              </a:rPr>
              <a:t>STEP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91072" y="22402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결과물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확인하기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291072" y="3090672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output/26SS/_season/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폴더에 MD 파일 생성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→ /deck 명령어로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PPTX 변환까지 자동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45536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F200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25896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F200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11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이렇게 말하면 됩니다 — 실전 예시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06240" y="841248"/>
            <a:ext cx="4663440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43400" y="8412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👤  26SS 트렌드 브리프 만들어줘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869680" y="996696"/>
            <a:ext cx="137160" cy="18288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548640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54864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435608"/>
            <a:ext cx="5230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🤖  전략기획실 → 트렌드 리서처 → plan_trend-brief.md 생성 완료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920240"/>
            <a:ext cx="4663440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43400" y="19202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👤  이번 시즌 무드보드 크리에이티브하게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2075688"/>
            <a:ext cx="137160" cy="18288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548640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54864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2514600"/>
            <a:ext cx="5230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🤖  크리에이티브 스튜디오 → design_moodboard.md 생성 완료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999232"/>
            <a:ext cx="4663440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43400" y="2999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👤  그래픽 티셔츠 테크팩 뽑아줘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137160" cy="18288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593592"/>
            <a:ext cx="548640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54864" cy="50292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3593592"/>
            <a:ext cx="5230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🤖  프로덕트 랩 → do_techpack.md 생성 완료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F200"/>
                </a:solidFill>
              </a:rPr>
              <a:t>자연어 한 줄로 전문 산출물이 자동 생성됩니다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12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시즌 PDCA 사이클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시즌마다 이 사이클을 따라가면 됩니다 — /next 명령어로 단계 이동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572768" cy="352044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572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0000"/>
                </a:solidFill>
              </a:rPr>
              <a:t>PLAN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85292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트렌드 브리프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브랜드 전략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MD 기획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라인시트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170432"/>
            <a:ext cx="1572768" cy="352044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39112" y="1170432"/>
            <a:ext cx="1572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39112" y="2423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85292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무드보드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디자인 스펙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비주얼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원가 검토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1170432"/>
            <a:ext cx="1572768" cy="35204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58184" y="1170432"/>
            <a:ext cx="1572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758184" y="2423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67912" y="285292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테크팩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QC 프로세스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IMC 전략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콘텐츠 제작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56" y="1170432"/>
            <a:ext cx="1572768" cy="3520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77256" y="1170432"/>
            <a:ext cx="1572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5477256" y="2423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86984" y="285292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매출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인사이트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갭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완료 보고서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96328" y="1170432"/>
            <a:ext cx="1572768" cy="35204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196328" y="1170432"/>
            <a:ext cx="1572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196328" y="2423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06056" y="285292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PDCA 반복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전략 보완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다음 시즌 준비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230428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F20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47872" y="230428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F20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66944" y="230428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F20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86016" y="230428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F20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* 품질 기준(90%) 미달 시 자동 루프 → QC 본부 개입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13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명령어 치트시트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8056" y="1097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" y="16642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지금 어디까지 진행됐어?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시즌·단계·산출물 현황 조회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96312" y="914400"/>
            <a:ext cx="2011680" cy="64008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624328" y="1097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/brief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24328" y="16642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문서 작성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/brief trend-brief, /brief moodboard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914400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72584" y="914400"/>
            <a:ext cx="201168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1097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PPTX 슬라이드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/deck trend, /deck lookbook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48856" y="914400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48856" y="914400"/>
            <a:ext cx="201168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76872" y="1097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/pdf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76872" y="16642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PDF 보고서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/pdf season-book, /pdf techpack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2011680" cy="64008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48056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/sheet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8056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엑셀 시트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/sheet line-sheet, /sheet otb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6312" y="2907792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96312" y="2907792"/>
            <a:ext cx="201168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24328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24328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Word 문서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/doc campaign-plan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72584" y="2907792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72584" y="2907792"/>
            <a:ext cx="201168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00600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현재 단계 품질 검수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"검수해줘" → 자동 실행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48856" y="2907792"/>
            <a:ext cx="2011680" cy="182880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48856" y="2907792"/>
            <a:ext cx="201168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76872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/next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76872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다음 PDCA 단계 이동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품질 기준 통과 후 실행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1828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66666"/>
                </a:solidFill>
              </a:rPr>
              <a:t>SECTION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46320" y="13716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무엇을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 수 있나요?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846320" y="3200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산출물 목록 + 문서 변환 시스템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15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 수 있는 모든 산출물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1033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📊  트렌드 브리프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전략기획실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plan_trend-brief.md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8961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8961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1033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🎯  브랜드 전략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전략기획실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plan_brand-strategy.md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72584" y="8961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72584" y="8961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82312" y="1033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📋  MD 기획 / 라인시트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전략기획실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82312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plan_line-sheet.xlsx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48856" y="8961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848856" y="896112"/>
            <a:ext cx="2011680" cy="54864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58584" y="1033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🎨  무드보드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58584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크리에이티브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58584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design_moodboard.md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2677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267712"/>
            <a:ext cx="2011680" cy="54864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29768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✏️  디자인 스펙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크리에이티브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design_spec.md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96312" y="22677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496312" y="2267712"/>
            <a:ext cx="201168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606040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📦  테크팩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프로덕트 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0604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do_techpack.md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72584" y="22677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672584" y="2267712"/>
            <a:ext cx="201168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82312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💰  원가 / BOM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82312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프로덕트 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82312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do_costing.md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48856" y="22677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848856" y="22677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958584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📣  IMC 전략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58584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마케팅 쇼룸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58584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do_imc-strategy.md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36393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6393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29768" y="3776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📸  화보 / 콘텐츠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9768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마케팅 쇼룸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do_visual-content.md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496312" y="36393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496312" y="3639312"/>
            <a:ext cx="2011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2606040" y="3776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✍️  카피라이팅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60604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F200"/>
                </a:solidFill>
              </a:rPr>
              <a:t>마케팅 쇼룸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06040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do_copywriting.md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72584" y="36393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672584" y="3639312"/>
            <a:ext cx="2011680" cy="54864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782312" y="3776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📈  매출 분석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8231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데이터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82312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check_sales-analysis.md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48856" y="3639312"/>
            <a:ext cx="2011680" cy="120700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848856" y="3639312"/>
            <a:ext cx="201168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958584" y="3776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✅  완료 보고서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958584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8A8DB"/>
                </a:solidFill>
              </a:rPr>
              <a:t>QC 본부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58584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check_completion.md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16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변환 시스템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MD 파일 하나로 바이어 PPT, 내부 보고서, 데이터 시트, 인쇄용 PDF 모두 자동 생성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377440" cy="299923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plan_trend-brief.md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YAML frontmatter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+ Markdown 본문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+ 표 + 불릿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3957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F200"/>
                </a:solidFill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520440" y="1078992"/>
            <a:ext cx="1143000" cy="69494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20440" y="1078992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PPTX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1115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바이어 미팅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발표 슬라이드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216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--format pptx --template executive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847088"/>
            <a:ext cx="1143000" cy="694944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20440" y="1847088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DOCX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테크팩·사양서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Word 문서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--format docx --template internal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2615184"/>
            <a:ext cx="1143000" cy="6949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20440" y="2615184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XLSX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8006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SKU 목록·OTB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데이터 시트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752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--format xlsx --template internal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3383280"/>
            <a:ext cx="1143000" cy="6949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520440" y="3383280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00600" y="34198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시즌 리포트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인쇄용 문서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--format pdf  --template report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84124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187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F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converter/convert.py --input [파일] --format [포맷] --template [템플릿]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20056"/>
            <a:ext cx="9144000" cy="128016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320040" y="292608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원칙과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시작하는 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42245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꼭 지켜야 할 3가지 + 오늘 바로 시작하는 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4645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55555"/>
                </a:solidFill>
              </a:rPr>
              <a:t>SECTION 05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18 /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이것만 기억하세요 — 핵심 원칙 3가지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23444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73152" cy="123444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0058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EF200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계획이 먼저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34640" y="10058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"알아서 해"는 금지입니다.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반드시 계획 → 승인 → 실행 순서로 진행합니다.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AI가 제안한 계획을 먼저 확인하고 OK를 주세요.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73152" cy="123444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39572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A8D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712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 보이스 준수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395728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고객 대면 콘텐츠는 반드시 와키윌리 톤앤매너를 따릅니다.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AI가 자동으로 tone-manner.json을 참조하지만,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결과물은 항상 사람이 최종 확인해야 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8412480" cy="123444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73152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378561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A8DB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61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참고자료가 진실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34640" y="3785616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브랜드 정보는 절대 지어내지 않습니다.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프리셋 JSON(브랜드 설정 파일)에 있는 내용만 기반으로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산출물을 생성합니다. 모르면 물어보세요.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5320" y="4846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</a:rPr>
              <a:t>19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 바로 시작하는 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</a:rPr>
              <a:t>지금 당장 할 수 있는 3단계 액션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58368" cy="107899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15568" y="1234440"/>
            <a:ext cx="7662672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98448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설치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8013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터미널에서: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명령어로 실행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65392" y="1581912"/>
            <a:ext cx="20574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11112" y="1581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F200"/>
                </a:solidFill>
              </a:rPr>
              <a:t>💡 설치 시간: 약 2분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658368" cy="107899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496312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115568" y="2496312"/>
            <a:ext cx="7662672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98448" y="2587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폴더 열기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0632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conductor-playground 폴더로 이동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conductor-playground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65392" y="2843784"/>
            <a:ext cx="20574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11112" y="2843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F200"/>
                </a:solidFill>
              </a:rPr>
              <a:t>💡 시작 시 자동으로 FPOF 모드 로드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58184"/>
            <a:ext cx="658368" cy="1078992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758184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1115568" y="3758184"/>
            <a:ext cx="7662672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98448" y="38496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번째 요청 해보기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43251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이렇게 말해보세요: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"지금 어디까지 진행됐어?"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/status 명령이 자동 실행됩니다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65392" y="4105656"/>
            <a:ext cx="20574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611112" y="41056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F200"/>
                </a:solidFill>
              </a:rPr>
              <a:t>💡 이 한 마디로 전체 현황 파악 완료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040880" y="0"/>
            <a:ext cx="210312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13000" dirty="0"/>
          </a:p>
        </p:txBody>
      </p:sp>
      <p:sp>
        <p:nvSpPr>
          <p:cNvPr id="6" name="Shape 4"/>
          <p:cNvSpPr/>
          <p:nvPr/>
        </p:nvSpPr>
        <p:spPr>
          <a:xfrm>
            <a:off x="320040" y="2880360"/>
            <a:ext cx="6583680" cy="54864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F200"/>
                </a:solidFill>
              </a:rPr>
              <a:t>WACKY WILLY × FPOF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58444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상품력으로 신뢰를, 트렌드로 감도를, IP로 독창성을,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고객에게 즐거움을.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4407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"규칙은 없어, 우리만의 놀이터로 초대할게!"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731520"/>
            <a:ext cx="1828800" cy="868680"/>
          </a:xfrm>
          <a:prstGeom prst="rect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178040" y="1737360"/>
            <a:ext cx="18288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178040" y="27432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178040" y="3749040"/>
            <a:ext cx="1828800" cy="868680"/>
          </a:xfrm>
          <a:prstGeom prst="rect">
            <a:avLst/>
          </a:prstGeom>
          <a:solidFill>
            <a:srgbClr val="68A8DB"/>
          </a:solidFill>
          <a:ln w="12700">
            <a:solidFill>
              <a:srgbClr val="68A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Microsoft Macintosh PowerPoint</Application>
  <PresentationFormat>화면 슬라이드 쇼(16:9)</PresentationFormat>
  <Paragraphs>355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FPOF × 와키윌리 AI 패션 하우스 완전 정복</dc:title>
  <dc:subject>FPOF 사용 가이드</dc:subject>
  <dc:creator>와키윌리 사업부</dc:creator>
  <cp:lastModifiedBy>박승훈</cp:lastModifiedBy>
  <cp:revision>1</cp:revision>
  <dcterms:created xsi:type="dcterms:W3CDTF">2026-03-04T14:10:24Z</dcterms:created>
  <dcterms:modified xsi:type="dcterms:W3CDTF">2026-03-04T14:11:55Z</dcterms:modified>
</cp:coreProperties>
</file>