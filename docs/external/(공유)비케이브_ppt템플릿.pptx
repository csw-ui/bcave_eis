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omments/modernComment_105_2EE2DDDC.xml" ContentType="application/vnd.ms-powerpoint.comments+xml"/>
  <Override PartName="/ppt/comments/modernComment_7EA_4DC3FF13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5" r:id="rId4"/>
  </p:sldMasterIdLst>
  <p:notesMasterIdLst>
    <p:notesMasterId r:id="rId15"/>
  </p:notesMasterIdLst>
  <p:sldIdLst>
    <p:sldId id="261" r:id="rId5"/>
    <p:sldId id="1993" r:id="rId6"/>
    <p:sldId id="2008" r:id="rId7"/>
    <p:sldId id="1991" r:id="rId8"/>
    <p:sldId id="2025" r:id="rId9"/>
    <p:sldId id="2026" r:id="rId10"/>
    <p:sldId id="2027" r:id="rId11"/>
    <p:sldId id="2033" r:id="rId12"/>
    <p:sldId id="2034" r:id="rId13"/>
    <p:sldId id="202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293B4A9-162F-96BF-FEE7-BCCF1AFC4926}" name="백성령" initials="성백" userId="S::baek_sr1@barrelsco.onmicrosoft.com::4280f43d-8ca3-4cbc-81db-98c0a8d41f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  <a:srgbClr val="264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2" autoAdjust="0"/>
    <p:restoredTop sz="94637"/>
  </p:normalViewPr>
  <p:slideViewPr>
    <p:cSldViewPr snapToGrid="0">
      <p:cViewPr varScale="1">
        <p:scale>
          <a:sx n="149" d="100"/>
          <a:sy n="149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omments/modernComment_7EA_4DC3FF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06AFC84-4AC4-4EF7-B899-22287D24A15C}" authorId="{C293B4A9-162F-96BF-FEE7-BCCF1AFC4926}" created="2025-05-15T02:14:26.361">
    <pc:sldMkLst xmlns:pc="http://schemas.microsoft.com/office/powerpoint/2013/main/command">
      <pc:docMk/>
      <pc:sldMk cId="1304690451" sldId="2026"/>
    </pc:sldMkLst>
    <p188:txBody>
      <a:bodyPr/>
      <a:lstStyle/>
      <a:p>
        <a:r>
          <a:rPr lang="ko-KR" altLang="en-US"/>
          <a:t>아이콘 다운로드는 구글폰트 추천드립니다.
https://fonts.google.com/icons</a:t>
        </a:r>
      </a:p>
    </p188:txBody>
  </p188:cm>
</p188:cmLst>
</file>

<file path=ppt/comments/modernComment_105_2EE2DDD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C51F6A0-0A75-41EB-B496-7F9FD2B2210E}" authorId="{C293B4A9-162F-96BF-FEE7-BCCF1AFC4926}" created="2025-05-09T06:33:43.9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86619868" sldId="261"/>
      <ac:picMk id="2" creationId="{A3CC2C0E-3D36-3E4A-D4FD-999DDF3B0549}"/>
    </ac:deMkLst>
    <p188:txBody>
      <a:bodyPr/>
      <a:lstStyle/>
      <a:p>
        <a:r>
          <a:rPr lang="ko-KR" altLang="en-US"/>
          <a:t>CI 로고 위치는 제목 분량에 따라 위치 조정하시기 바랍니다.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9B3F8-CC29-49AF-A9F7-CEB6FEE3170C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EB80A-5B4C-43E3-BDAD-D79DE586E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6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F4B19D-A9A8-4865-91B9-A40B75A0C2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84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6DC9F-6A0A-B0B1-D92F-F80B61526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EF321B-237B-84AF-B0AA-2C8D1DF96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E895DF-8D91-340C-3B71-866D7CF69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0F1FC-AFA7-4EA0-C977-DF366B57B7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F4B19D-A9A8-4865-91B9-A40B75A0C2E1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499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9D354-444C-F632-C333-0AF8E409D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74AA97E-C87B-4048-0125-9631E799A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B3F6A-CE68-6DA8-C7EA-D3CF6344F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B1A6B7-FB1E-46FC-4B51-DFAD89D01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402BF8-EC9C-0517-76CB-347AC9E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551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78C78-C634-80BA-4352-7862CB02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FF49D7-675C-C4B0-CED2-BBCAA9F53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C0D5D-138C-9459-8948-AC90360B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E899CC-9377-CD38-CF38-0E90F8E89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F02A2-A0E0-93B0-277F-5540A963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7021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DADA-416A-25B3-D39E-0D9BE6C6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2B2127-39E4-3069-5C96-8B09EAC4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669E56-637C-7EC7-38DC-A1A54049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C7438-6675-13B2-306A-48BC9F10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C169D-DFFC-E8D3-15F1-6ECF6B86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74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FAB48-F0A9-C406-23B9-889575DB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06D49-7786-4E62-C233-89ED379263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11AA00-E346-F4E8-BBDB-00CC7AC79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228E24-4CF0-EC16-ED11-4A6407A9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117DF1-5859-09D2-39CF-F2142AFB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CD6522-4649-DB81-7B79-C3F5F4D4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791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1C302-C7A6-9B85-26F1-301692D46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0BE03F-1443-4E18-1519-6196E7B9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7C04CC-D934-8A38-0B95-8D4B63B1F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BC3079-BCFD-377E-9EA4-0C80A0064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139889-F8C3-D17A-1455-B2E34E18F5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CF3C6CB-8510-521A-AD0D-45C05997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4B64A6-E8FF-3850-93CD-FD9B2235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EB0263-A2AE-50E1-FDA1-8422D8D4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730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0D6EE-78C0-ACF6-A0EA-CE9C9CF2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1245A7-B6B6-5263-A42F-206EAC09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C77E47-1D38-8E87-C32A-E6860AB3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39ABB0-5D1C-794C-A754-307F0C88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261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871D61-B62F-9D1C-0049-365AC638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BDADECE-3651-8430-1CB6-31336F4D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5FBC6-F08C-BB57-642F-9FC837F6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48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CDAB9-1674-AD10-19AF-D6A06397F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D3D96-D232-D719-9386-788AF6F5F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285E5D-4743-5EF3-883F-24886698D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B3988C-13C3-130F-DA99-F994F68A1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F9BCEA-60E3-B3BB-2D40-7D86D4430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A19386-F39A-3DF5-0344-7289B010F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72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91A70-7EEE-3864-D096-E3D3F2CFE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A00938-517B-91EC-D3B2-A51D8509C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D4F163-7B24-F1F4-E7A6-61A6E0E51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268F0A-00D5-7B6B-337C-98C35D06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643539-B62D-650D-E260-E6307049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812B6B-7142-61BE-DF77-C7C84F68A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15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0CDA2-1A71-D556-24F6-8EFF92339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C4950D-B37F-1969-189D-626D26388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67B8AB-F01A-D55E-907A-9A419D34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1E8D7D-FBAE-E38E-9504-9E1136C4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36EF81-A1FB-0254-7D1E-3E372124F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24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FA4FEC-FD75-D0CC-74A6-38998CBD3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F63DEA-FD21-DD14-3D18-466E57B31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7D57F-05FB-8128-90BE-0D0D0127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E04D0E-24F3-4484-CEC1-06484F924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95E88F-6E80-FEB4-40AA-B78B8388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000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ECF60-6C75-AF86-32F3-461DAB566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CEE8D7-3586-4B29-C267-CE0668931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2DC0B4-1E51-5AED-935D-E7E78BC9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CB7D3B-CBA0-37C6-0B7B-B494CEB0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0C54AB-D34F-4C51-D8EB-CA298512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1424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78B44-2316-9BCB-0EF5-9C935A7C7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BDFBE1-AC32-CA5E-2632-2FDD26EC1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F0ED70-C954-B9C5-E5BD-29AC8C2FD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432C8-6779-71CE-56DE-FCFBD0A2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C607E-9D7A-A1AD-3676-C1065E29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7380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1DFDB-E864-ADAA-B380-797D3B5C6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B67571-0706-E703-B1F6-7DF26EC0A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C469BF-5DC6-6767-EBDF-C4ACFD78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6566A0-68CF-850A-6926-D10C960A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EEFDC9-5219-CFEF-8431-A44E77E2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7301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ED3FF-4124-F361-2426-99B8BA74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4DAFA0-A65C-0EEF-2C8F-12EE38E25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151518-0B37-4C56-EA9D-35482E7C0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7D7666-5D65-EDC9-97B5-FF147EA1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58651F-D0D2-8DD4-45D9-3A6E9829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231756-6401-D107-D548-BA9B1039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0736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D078D-E958-9219-37E7-6EDBBFD8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7016E7-F2C8-6F55-A21B-BD90AEA83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4AF173-E637-FEC5-B1D0-DC8FF19DA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F94B8C-17A8-A65A-A5A9-F287D91D2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D66A58-44CC-DEE0-70D3-70C10DF57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B95D7A-1ADC-FF36-7CC0-4FF1A68A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D3F252-C32B-80E6-3168-E6C1E88B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96D740B-EC4B-2D41-7FC2-9A3CF4DD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3184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4AD68-319D-8AD6-144D-CB88FDDA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6B8510-2103-7A7E-0128-B8A791C2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F5B955-B274-37E5-20D1-0E4CDD83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0E9F86-B778-3C7D-9E43-0C2208F9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45900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7F4DCFF-9BB3-2AC1-B37A-817B585F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0F102B-66BF-FB0C-4D23-F6E114C1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09727-8D72-44A2-1BD9-D49B085F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6894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61955-EEB1-ADA7-3FA5-5C30413DD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6C61DF-8173-66C1-595D-D4AA6714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133115-0671-C893-F6E7-DA179240A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F57A9C-E4E1-7114-CA42-02A324E7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E34881-0B8C-34ED-D99F-8446C7CD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D04F99-8D3C-7D64-D06F-456FB86F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831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83CE4-9DF5-BA7D-EA77-CE8F103D8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0E34E62-C5B6-56D3-FAFF-2A6362E89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07EA95-4694-2017-D2B3-CC95C9E75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7FE3F3-24C0-44A4-DA37-C11E99CC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46F97B-B4C7-0602-64C3-5DB9A278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4A121-90C4-9F4A-2BB5-9A778223E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6325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5DA25-B513-E990-0801-8B6E2B46A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E5FD15-3743-FA52-2E28-149EFD91B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0D0A62-B223-39BD-7998-04B1A868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7C2D24-C3A6-221D-D077-C150A7B6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D8C13B-836F-6FDE-AAD9-D2505CE1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1539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743D69-F2C1-3BA0-9D14-7BC14AEC82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D5B3D7-25CF-BEC2-A028-3354B3D1D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3362B-4192-CC8F-FD30-2453B1DE1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70A82D-CEA5-CEE1-A58B-E5BB2FEB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DFE274-F937-6DFA-66F9-60E49DF3A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9918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E0068-DBCB-4435-90E4-D39A94AD6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513DC7-75FF-4821-98D3-E9E384906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F6F197-4573-4C33-A96E-4B553E29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FDC7A4-24A5-49F3-886E-9D4C957D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F3300-EF47-4DBE-AE37-5BC300E7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6536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C8A31-3585-4106-A14C-183435AE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6B075-1911-4050-BA1F-A9B4B892D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1181DF-8DAA-4176-90FF-17D05EEC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B2DF39-A9D4-405E-AAB1-D296870B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308AC-CE0E-4016-9D68-252195E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3862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E2314-2546-4049-AD35-17949E81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ECCB91-1EB6-4931-9770-6DE79277D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0922B7-0B99-4565-B29A-C00FA124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6C45D-9C6B-4D54-B8BE-63E97A8E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A88AC3-C24B-4A4E-B979-794C1F22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56175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D748A-4690-4F9B-A509-190FE56F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CCC9D-2151-44A5-A92E-9A9AEE8F9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677EB3-15C9-4F44-89F0-07B769585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3CF07C-25CA-42D3-AD2B-30BADC9A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29BB3-0D7D-4F58-99E1-C1711BFB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83E9B6-275E-4C65-BE42-FB80D84A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7989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5DCBF-7DCF-4576-945C-C5B22E0E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D8BFEE-E949-4D40-B5A1-A5E64EC6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C0D3CF-A610-4195-9E2D-25ABB9A1A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D911E5-6502-40B1-9B67-7F2E9B567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4A437B-AE34-4F3E-9DC8-DE899F543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303739-7CE0-4F85-B814-1FABE09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16D647-4E5D-4C30-973A-28995B30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33CF01-FD7B-4770-89FF-8717DD97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925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A2C47-E7B8-440F-9D04-DF7906E8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AD978A-AC92-4E8F-90AC-4F345ACE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9748F5-B78A-48E4-9BAC-F9A13461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AD100A-A08F-4208-B44B-FE68BB66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31195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909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660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DDA4-5B84-421A-A6F9-41D450ED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0A6317-8C5E-4CDB-B963-E289CD0DE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F3A340-7158-4671-8EA0-F6C8193E5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2CFE7-1599-40CB-901F-BECEB3A78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9E57FA-4C1E-4A8D-8A3F-3527F1E57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C7A545-4C11-4205-89DB-B7F858DC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7219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EF694-18AB-4671-AF0E-4B18DEBD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CB5CCA-56C7-4B02-A768-D6D3AB55B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06E9E4-AC13-4A4A-8D8F-7A498689B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9C7B48-3E07-4BD0-966E-2B53933E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B9B2DA-0607-4B9E-BFB9-94899AF99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397683-67C7-4249-9841-56F94599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87753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1D01D-1F96-4769-AE3B-A7B763C8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37B61A-B819-4378-9AF0-60FB98E50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2C34-4FA7-4433-A5FA-9F7AE758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139E67-7FDB-4225-A148-3BDC56CD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0760B-AB24-436D-AF8A-380BBEF7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7024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FB9D88-2C5B-4504-B6B1-C7BD310C6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7FE137-9AF0-40C0-9BFC-4507B5C21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12FC4-E40E-4909-B454-74AC6A1E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08D9BA-76CF-4B53-B4B0-9767E78B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7143F4-F384-4BFB-BF95-D8C32BF4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7743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E0068-DBCB-4435-90E4-D39A94AD6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513DC7-75FF-4821-98D3-E9E384906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F6F197-4573-4C33-A96E-4B553E29A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FDC7A4-24A5-49F3-886E-9D4C957D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F3300-EF47-4DBE-AE37-5BC300E7F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62560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0C8A31-3585-4106-A14C-183435AE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D6B075-1911-4050-BA1F-A9B4B892D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1181DF-8DAA-4176-90FF-17D05EEC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B2DF39-A9D4-405E-AAB1-D296870BC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E308AC-CE0E-4016-9D68-252195E4E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27827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0E2314-2546-4049-AD35-17949E81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ECCB91-1EB6-4931-9770-6DE79277D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0922B7-0B99-4565-B29A-C00FA1246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F6C45D-9C6B-4D54-B8BE-63E97A8E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A88AC3-C24B-4A4E-B979-794C1F22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730376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D748A-4690-4F9B-A509-190FE56F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CCC9D-2151-44A5-A92E-9A9AEE8F9B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677EB3-15C9-4F44-89F0-07B769585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3CF07C-25CA-42D3-AD2B-30BADC9A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029BB3-0D7D-4F58-99E1-C1711BFB0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83E9B6-275E-4C65-BE42-FB80D84A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66664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5DCBF-7DCF-4576-945C-C5B22E0E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D8BFEE-E949-4D40-B5A1-A5E64EC6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C0D3CF-A610-4195-9E2D-25ABB9A1A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D911E5-6502-40B1-9B67-7F2E9B567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4A437B-AE34-4F3E-9DC8-DE899F543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303739-7CE0-4F85-B814-1FABE0945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16D647-4E5D-4C30-973A-28995B30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33CF01-FD7B-4770-89FF-8717DD97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83363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A2C47-E7B8-440F-9D04-DF7906E8D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AD978A-AC92-4E8F-90AC-4F345ACE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9748F5-B78A-48E4-9BAC-F9A13461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AD100A-A08F-4208-B44B-FE68BB66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1459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14D49BB-1CE4-4928-A10A-AF954F6F3307}"/>
              </a:ext>
            </a:extLst>
          </p:cNvPr>
          <p:cNvSpPr txBox="1"/>
          <p:nvPr userDrawn="1"/>
        </p:nvSpPr>
        <p:spPr>
          <a:xfrm>
            <a:off x="11258526" y="6331129"/>
            <a:ext cx="166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6E116EBC-6616-4A32-8DFE-4E85D989BA0A}" type="slidenum">
              <a:rPr lang="en-US" altLang="ko-KR" sz="1000" spc="-5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‹#›</a:t>
            </a:fld>
            <a:endParaRPr lang="ko-KR" altLang="en-US" sz="10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2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46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032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orient="horz" pos="3929">
          <p15:clr>
            <a:srgbClr val="FBAE40"/>
          </p15:clr>
        </p15:guide>
        <p15:guide id="3" orient="horz" pos="867">
          <p15:clr>
            <a:srgbClr val="FBAE40"/>
          </p15:clr>
        </p15:guide>
        <p15:guide id="4" pos="483">
          <p15:clr>
            <a:srgbClr val="FBAE40"/>
          </p15:clr>
        </p15:guide>
        <p15:guide id="5" pos="7197">
          <p15:clr>
            <a:srgbClr val="FBAE40"/>
          </p15:clr>
        </p15:guide>
        <p15:guide id="6" pos="710">
          <p15:clr>
            <a:srgbClr val="FBAE40"/>
          </p15:clr>
        </p15:guide>
        <p15:guide id="7" pos="697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DDA4-5B84-421A-A6F9-41D450ED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0A6317-8C5E-4CDB-B963-E289CD0DE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F3A340-7158-4671-8EA0-F6C8193E5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2CFE7-1599-40CB-901F-BECEB3A78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9E57FA-4C1E-4A8D-8A3F-3527F1E57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C7A545-4C11-4205-89DB-B7F858DC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2587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EEF694-18AB-4671-AF0E-4B18DEBD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CB5CCA-56C7-4B02-A768-D6D3AB55B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06E9E4-AC13-4A4A-8D8F-7A498689B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9C7B48-3E07-4BD0-966E-2B53933E5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B9B2DA-0607-4B9E-BFB9-94899AF99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397683-67C7-4249-9841-56F94599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00734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1D01D-1F96-4769-AE3B-A7B763C8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37B61A-B819-4378-9AF0-60FB98E50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2C34-4FA7-4433-A5FA-9F7AE758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139E67-7FDB-4225-A148-3BDC56CD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0760B-AB24-436D-AF8A-380BBEF7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8736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FB9D88-2C5B-4504-B6B1-C7BD310C6F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7FE137-9AF0-40C0-9BFC-4507B5C21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12FC4-E40E-4909-B454-74AC6A1E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08D9BA-76CF-4B53-B4B0-9767E78B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7143F4-F384-4BFB-BF95-D8C32BF4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4392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938056-D7EC-A596-A2B9-223F7193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3344FD-1162-DBE1-70BB-1463CE5A7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D85F79-F23B-B205-FAE9-0C7B3B65B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DCE75-E290-49B1-89E0-6110E79AB89B}" type="datetimeFigureOut">
              <a:rPr lang="ko-KR" altLang="en-US" smtClean="0"/>
              <a:t>2026. 3. 3.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8108F-67F3-E288-2525-79EED3298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B686B-7AF7-C647-4C21-FFF928FFD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90AA1-9F15-435F-A574-E65D1C764F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90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84B7D0E-B61D-4C82-8119-0F64DDEF7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9CB260-688C-64A3-F331-C28B5754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C7F23-9009-4326-420E-65B2EE79E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DE752D-540C-E371-8539-28AE8D331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F58E6-4A9D-C609-60F2-6263970E6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444CF-6C10-4B32-8E7F-158BF06A860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120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981994-D360-4700-8A41-4FCD237E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8A8FA8-FB42-4F4E-83CD-71AAA1928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4E698-C484-493C-9CF4-E84A60F35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361E4-B762-4EF5-943B-94C575567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EDD73-858E-4F0B-AA45-F98C9A7D4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1844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981994-D360-4700-8A41-4FCD237E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8A8FA8-FB42-4F4E-83CD-71AAA1928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4E698-C484-493C-9CF4-E84A60F35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361E4-B762-4EF5-943B-94C575567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EDD73-858E-4F0B-AA45-F98C9A7D4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B01BD-A329-4C55-8D6A-341E07341A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61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5_2EE2DDDC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arrelsco-my.sharepoint.com/:u:/g/personal/baek_sr1_barrelsco_onmicrosoft_com/EYkf2gWrjE9Esga3qPcQq1gB8U9fgxQIEvzD4og9Rf-svQ?e=B1R2YE" TargetMode="Externa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7EA_4DC3FF13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0E252A-6AF9-661B-8E9C-30736AC98DB0}"/>
              </a:ext>
            </a:extLst>
          </p:cNvPr>
          <p:cNvSpPr txBox="1"/>
          <p:nvPr/>
        </p:nvSpPr>
        <p:spPr>
          <a:xfrm>
            <a:off x="7023370" y="2655977"/>
            <a:ext cx="4630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작성해주세요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3C7C6-36DD-93A3-91D3-9C2906E5F779}"/>
              </a:ext>
            </a:extLst>
          </p:cNvPr>
          <p:cNvSpPr txBox="1"/>
          <p:nvPr/>
        </p:nvSpPr>
        <p:spPr>
          <a:xfrm>
            <a:off x="6096000" y="3551313"/>
            <a:ext cx="5532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부서명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A695B48-BE47-1229-EA76-817F78549EEC}"/>
              </a:ext>
            </a:extLst>
          </p:cNvPr>
          <p:cNvCxnSpPr>
            <a:cxnSpLocks/>
          </p:cNvCxnSpPr>
          <p:nvPr/>
        </p:nvCxnSpPr>
        <p:spPr>
          <a:xfrm>
            <a:off x="422786" y="3419167"/>
            <a:ext cx="1129726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 descr="그래픽, 로고, 폰트, 상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CC2C0E-3D36-3E4A-D4FD-999DDF3B05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54" b="41144"/>
          <a:stretch/>
        </p:blipFill>
        <p:spPr>
          <a:xfrm>
            <a:off x="6369924" y="2700758"/>
            <a:ext cx="1306892" cy="5567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AD582E-FC7C-B503-A437-DC8E88968BF2}"/>
              </a:ext>
            </a:extLst>
          </p:cNvPr>
          <p:cNvSpPr txBox="1"/>
          <p:nvPr/>
        </p:nvSpPr>
        <p:spPr>
          <a:xfrm>
            <a:off x="766763" y="5916319"/>
            <a:ext cx="2727670" cy="2597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latinLnBrk="0">
              <a:lnSpc>
                <a:spcPct val="120000"/>
              </a:lnSpc>
              <a:defRPr sz="12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Regular" panose="02000503000000020004" pitchFamily="2" charset="-127"/>
                <a:ea typeface="Pretendard Regular" panose="02000503000000020004" pitchFamily="2" charset="-127"/>
                <a:cs typeface="Pretendard Regular" panose="02000503000000020004" pitchFamily="2" charset="-127"/>
              </a:rPr>
              <a:t>2025. 05</a:t>
            </a:r>
          </a:p>
        </p:txBody>
      </p:sp>
    </p:spTree>
    <p:extLst>
      <p:ext uri="{BB962C8B-B14F-4D97-AF65-F5344CB8AC3E}">
        <p14:creationId xmlns:p14="http://schemas.microsoft.com/office/powerpoint/2010/main" val="786619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8E26AB-E48A-7D0E-F8BA-1D92E0B5E4D0}"/>
              </a:ext>
            </a:extLst>
          </p:cNvPr>
          <p:cNvSpPr txBox="1"/>
          <p:nvPr/>
        </p:nvSpPr>
        <p:spPr>
          <a:xfrm>
            <a:off x="913190" y="778728"/>
            <a:ext cx="2859757" cy="649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CONTENTS</a:t>
            </a:r>
            <a:endParaRPr kumimoji="0" lang="ko-KR" altLang="en-US" sz="4000" b="0" i="0" u="none" strike="noStrike" kern="1200" cap="none" spc="-20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7A6C25F-1E1C-39B1-7E83-438565992D9B}"/>
              </a:ext>
            </a:extLst>
          </p:cNvPr>
          <p:cNvCxnSpPr>
            <a:cxnSpLocks/>
          </p:cNvCxnSpPr>
          <p:nvPr/>
        </p:nvCxnSpPr>
        <p:spPr>
          <a:xfrm>
            <a:off x="951454" y="1595506"/>
            <a:ext cx="281252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EED9AF51-89F1-70F0-2C30-A6A515767519}"/>
              </a:ext>
            </a:extLst>
          </p:cNvPr>
          <p:cNvGrpSpPr/>
          <p:nvPr/>
        </p:nvGrpSpPr>
        <p:grpSpPr>
          <a:xfrm>
            <a:off x="7560647" y="3595071"/>
            <a:ext cx="2666487" cy="2031338"/>
            <a:chOff x="7596861" y="2568107"/>
            <a:chExt cx="2666487" cy="203133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365490-5C8E-68FD-F48F-42151A34C480}"/>
                </a:ext>
              </a:extLst>
            </p:cNvPr>
            <p:cNvSpPr txBox="1"/>
            <p:nvPr/>
          </p:nvSpPr>
          <p:spPr>
            <a:xfrm>
              <a:off x="7596861" y="2568107"/>
              <a:ext cx="1946046" cy="152638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-10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01. </a:t>
              </a:r>
              <a:r>
                <a:rPr kumimoji="0" lang="ko-KR" altLang="en-US" sz="1800" b="0" i="0" u="none" strike="noStrike" kern="1200" cap="none" spc="-10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목차를 적어주세요</a:t>
              </a:r>
              <a:endParaRPr kumimoji="0" lang="en-US" altLang="ko-KR" sz="18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-10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02. </a:t>
              </a:r>
              <a:r>
                <a:rPr kumimoji="0" lang="ko-KR" altLang="en-US" sz="1800" b="0" i="0" u="none" strike="noStrike" kern="1200" cap="none" spc="-5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bold" panose="02000803000000020004" pitchFamily="2" charset="-127"/>
                  <a:ea typeface="Pretendard bold" panose="02000803000000020004" pitchFamily="2" charset="-127"/>
                  <a:cs typeface="Pretendard bold" panose="02000803000000020004" pitchFamily="2" charset="-127"/>
                </a:rPr>
                <a:t>목차를 적어주세요</a:t>
              </a:r>
              <a:endParaRPr kumimoji="0" lang="en-US" altLang="ko-KR" sz="18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6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8BEDEA-0221-C533-273E-FE483B80C935}"/>
                </a:ext>
              </a:extLst>
            </p:cNvPr>
            <p:cNvSpPr txBox="1"/>
            <p:nvPr/>
          </p:nvSpPr>
          <p:spPr>
            <a:xfrm>
              <a:off x="7964642" y="3667843"/>
              <a:ext cx="2298706" cy="93160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-10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1) </a:t>
              </a:r>
              <a:r>
                <a:rPr kumimoji="0" lang="ko-KR" altLang="en-US" sz="1400" b="0" i="0" u="none" strike="noStrike" kern="1200" cap="none" spc="-10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필요 시 하위 목차로 활용해주세요</a:t>
              </a:r>
              <a:endParaRPr kumimoji="0" lang="en-US" altLang="ko-KR" sz="14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-10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2) </a:t>
              </a:r>
              <a:r>
                <a:rPr kumimoji="0" lang="ko-KR" altLang="en-US" sz="1400" b="0" i="0" u="none" strike="noStrike" kern="1200" cap="none" spc="-100" normalizeH="0" baseline="0" noProof="0" dirty="0">
                  <a:ln>
                    <a:solidFill>
                      <a:srgbClr val="007AF9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필요 시 하위 목차로 활용해주세요</a:t>
              </a:r>
              <a:endParaRPr kumimoji="0" lang="en-US" altLang="ko-KR" sz="14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4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pic>
        <p:nvPicPr>
          <p:cNvPr id="10" name="그림 9" descr="그래픽, 로고, 폰트, 상징이(가) 표시된 사진&#10;&#10;자동 생성된 설명">
            <a:extLst>
              <a:ext uri="{FF2B5EF4-FFF2-40B4-BE49-F238E27FC236}">
                <a16:creationId xmlns:a16="http://schemas.microsoft.com/office/drawing/2014/main" id="{BB62E4F2-AA0A-551A-E4ED-2A72EF323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9234" y="1"/>
            <a:ext cx="1801640" cy="18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3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1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7F3D6-FFB9-0E7D-007A-9EF6698F7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C9B355-522B-2D0F-12BD-922DF1FA6F85}"/>
              </a:ext>
            </a:extLst>
          </p:cNvPr>
          <p:cNvSpPr txBox="1"/>
          <p:nvPr/>
        </p:nvSpPr>
        <p:spPr>
          <a:xfrm>
            <a:off x="2780394" y="2824407"/>
            <a:ext cx="6631212" cy="6498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-2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간지로 활용하시면 됩니다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138CC6F-41B2-3E6A-4448-5F2ABB987B6D}"/>
              </a:ext>
            </a:extLst>
          </p:cNvPr>
          <p:cNvCxnSpPr>
            <a:cxnSpLocks/>
          </p:cNvCxnSpPr>
          <p:nvPr/>
        </p:nvCxnSpPr>
        <p:spPr>
          <a:xfrm>
            <a:off x="2951430" y="3596056"/>
            <a:ext cx="6228784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2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C1426-22DF-A7B7-6117-708A3EA41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9A56F0DE-7FA8-A9FA-051A-D0F32941451A}"/>
              </a:ext>
            </a:extLst>
          </p:cNvPr>
          <p:cNvCxnSpPr>
            <a:cxnSpLocks/>
          </p:cNvCxnSpPr>
          <p:nvPr/>
        </p:nvCxnSpPr>
        <p:spPr>
          <a:xfrm>
            <a:off x="521895" y="6246341"/>
            <a:ext cx="1114821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BB88BE-DBD8-C7E6-9B2D-2813EAFDF2F4}"/>
              </a:ext>
            </a:extLst>
          </p:cNvPr>
          <p:cNvSpPr txBox="1"/>
          <p:nvPr/>
        </p:nvSpPr>
        <p:spPr>
          <a:xfrm>
            <a:off x="521895" y="6343921"/>
            <a:ext cx="99706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작성해주세요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9E9F0-5886-976D-A58F-723DCB2DDB2D}"/>
              </a:ext>
            </a:extLst>
          </p:cNvPr>
          <p:cNvSpPr txBox="1"/>
          <p:nvPr/>
        </p:nvSpPr>
        <p:spPr>
          <a:xfrm>
            <a:off x="1061429" y="917428"/>
            <a:ext cx="2240357" cy="4413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PPT </a:t>
            </a:r>
            <a:r>
              <a:rPr kumimoji="0" lang="ko-KR" altLang="en-US" sz="28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작성가이드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0638B-A883-8E41-2E49-DA4D5F6BED39}"/>
              </a:ext>
            </a:extLst>
          </p:cNvPr>
          <p:cNvSpPr txBox="1"/>
          <p:nvPr/>
        </p:nvSpPr>
        <p:spPr>
          <a:xfrm>
            <a:off x="1061429" y="633807"/>
            <a:ext cx="28533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참고</a:t>
            </a: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4C3D4485-1CB8-9576-D5A9-AF9671B88B44}"/>
              </a:ext>
            </a:extLst>
          </p:cNvPr>
          <p:cNvSpPr/>
          <p:nvPr/>
        </p:nvSpPr>
        <p:spPr>
          <a:xfrm rot="10800000">
            <a:off x="570118" y="-1"/>
            <a:ext cx="360362" cy="1331120"/>
          </a:xfrm>
          <a:prstGeom prst="round2SameRect">
            <a:avLst/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85000"/>
                  <a:lumOff val="15000"/>
                </a:srgbClr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3EE258-B02A-FD27-55A7-3351243C2125}"/>
              </a:ext>
            </a:extLst>
          </p:cNvPr>
          <p:cNvSpPr txBox="1"/>
          <p:nvPr/>
        </p:nvSpPr>
        <p:spPr>
          <a:xfrm>
            <a:off x="11503393" y="6343921"/>
            <a:ext cx="166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16EBC-6616-4A32-8DFE-4E85D989BA0A}" type="slidenum">
              <a:rPr kumimoji="0" lang="en-US" altLang="ko-KR" sz="1000" b="0" i="0" u="none" strike="noStrike" kern="1200" cap="none" spc="-50" normalizeH="0" baseline="0" noProof="0" smtClean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0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35DC3B-97C2-B59F-9E5A-1B8248D8697C}"/>
              </a:ext>
            </a:extLst>
          </p:cNvPr>
          <p:cNvSpPr txBox="1"/>
          <p:nvPr/>
        </p:nvSpPr>
        <p:spPr>
          <a:xfrm>
            <a:off x="683932" y="1064102"/>
            <a:ext cx="13272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01</a:t>
            </a:r>
            <a:endParaRPr kumimoji="0" lang="ko-KR" altLang="en-US" sz="105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0AA867D-11B6-A38B-6625-7A74CCCEA278}"/>
              </a:ext>
            </a:extLst>
          </p:cNvPr>
          <p:cNvSpPr/>
          <p:nvPr/>
        </p:nvSpPr>
        <p:spPr>
          <a:xfrm>
            <a:off x="4843428" y="2984209"/>
            <a:ext cx="198793" cy="198793"/>
          </a:xfrm>
          <a:prstGeom prst="rect">
            <a:avLst/>
          </a:prstGeom>
          <a:solidFill>
            <a:srgbClr val="264148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07AA06C-CEE7-398D-03DC-28D625C50BE8}"/>
              </a:ext>
            </a:extLst>
          </p:cNvPr>
          <p:cNvSpPr/>
          <p:nvPr/>
        </p:nvSpPr>
        <p:spPr>
          <a:xfrm>
            <a:off x="4843428" y="3602772"/>
            <a:ext cx="198793" cy="198793"/>
          </a:xfrm>
          <a:prstGeom prst="rect">
            <a:avLst/>
          </a:prstGeom>
          <a:solidFill>
            <a:srgbClr val="71879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CCDE6A4-1364-5361-BE1F-B9A431550E1D}"/>
              </a:ext>
            </a:extLst>
          </p:cNvPr>
          <p:cNvSpPr/>
          <p:nvPr/>
        </p:nvSpPr>
        <p:spPr>
          <a:xfrm>
            <a:off x="4843428" y="4221335"/>
            <a:ext cx="198793" cy="198793"/>
          </a:xfrm>
          <a:prstGeom prst="rect">
            <a:avLst/>
          </a:prstGeom>
          <a:solidFill>
            <a:srgbClr val="DEE2E3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70A559-5694-0A30-7566-FFBEA8FC3F18}"/>
              </a:ext>
            </a:extLst>
          </p:cNvPr>
          <p:cNvSpPr txBox="1"/>
          <p:nvPr/>
        </p:nvSpPr>
        <p:spPr>
          <a:xfrm>
            <a:off x="5105791" y="2943848"/>
            <a:ext cx="2267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색상코드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#264148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F883C8-600C-6102-2F0F-BA34371D084E}"/>
              </a:ext>
            </a:extLst>
          </p:cNvPr>
          <p:cNvSpPr txBox="1"/>
          <p:nvPr/>
        </p:nvSpPr>
        <p:spPr>
          <a:xfrm>
            <a:off x="5105791" y="3562830"/>
            <a:ext cx="2267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색상코드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#718790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E0D4EC-0394-BB74-AF27-348CBC784588}"/>
              </a:ext>
            </a:extLst>
          </p:cNvPr>
          <p:cNvSpPr txBox="1"/>
          <p:nvPr/>
        </p:nvSpPr>
        <p:spPr>
          <a:xfrm>
            <a:off x="5105791" y="4181812"/>
            <a:ext cx="2267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EE2E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색상코드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DEE2E3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#DEE2E3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A69EF0-0CD9-09A6-0CE8-5002DE9588AE}"/>
              </a:ext>
            </a:extLst>
          </p:cNvPr>
          <p:cNvSpPr txBox="1"/>
          <p:nvPr/>
        </p:nvSpPr>
        <p:spPr>
          <a:xfrm>
            <a:off x="1020429" y="1546965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아래 작성 가이드를 참고해주세요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PPT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톤앤매너는 아래 색상으로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폰트는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Pretendard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사용하시기를 권장합니다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BEF2BE-B6AB-40AE-F13A-CF7443F91B75}"/>
              </a:ext>
            </a:extLst>
          </p:cNvPr>
          <p:cNvSpPr txBox="1"/>
          <p:nvPr/>
        </p:nvSpPr>
        <p:spPr>
          <a:xfrm>
            <a:off x="4843428" y="2322099"/>
            <a:ext cx="617157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주요 색상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82EC10C-11E2-6305-FAD6-A4762569F201}"/>
              </a:ext>
            </a:extLst>
          </p:cNvPr>
          <p:cNvCxnSpPr/>
          <p:nvPr/>
        </p:nvCxnSpPr>
        <p:spPr>
          <a:xfrm>
            <a:off x="4843428" y="2603134"/>
            <a:ext cx="1098391" cy="0"/>
          </a:xfrm>
          <a:prstGeom prst="line">
            <a:avLst/>
          </a:prstGeom>
          <a:ln>
            <a:solidFill>
              <a:srgbClr val="7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52A7446-2B85-695C-4E60-79AD4024FA0B}"/>
              </a:ext>
            </a:extLst>
          </p:cNvPr>
          <p:cNvSpPr txBox="1"/>
          <p:nvPr/>
        </p:nvSpPr>
        <p:spPr>
          <a:xfrm>
            <a:off x="7989112" y="2322099"/>
            <a:ext cx="293029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폰트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4440B39-1856-CC70-E711-D345F9A56E70}"/>
              </a:ext>
            </a:extLst>
          </p:cNvPr>
          <p:cNvCxnSpPr/>
          <p:nvPr/>
        </p:nvCxnSpPr>
        <p:spPr>
          <a:xfrm>
            <a:off x="7989112" y="2603134"/>
            <a:ext cx="1098391" cy="0"/>
          </a:xfrm>
          <a:prstGeom prst="line">
            <a:avLst/>
          </a:prstGeom>
          <a:ln>
            <a:solidFill>
              <a:srgbClr val="7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453C76C-1C58-A078-4700-9C7CB2A10C83}"/>
              </a:ext>
            </a:extLst>
          </p:cNvPr>
          <p:cNvSpPr txBox="1"/>
          <p:nvPr/>
        </p:nvSpPr>
        <p:spPr>
          <a:xfrm>
            <a:off x="7989112" y="2691590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Pretendard Black</a:t>
            </a: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25D284EE-31F3-2846-EC06-6FB9A281E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112" y="5739249"/>
            <a:ext cx="23619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2"/>
              </a:rPr>
              <a:t>Pretendard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2F2F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2"/>
              </a:rPr>
              <a:t>체 다운로드 클릭</a:t>
            </a:r>
            <a:endParaRPr kumimoji="0" lang="ko-KR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F2F2F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440D0BA-7A2C-16E6-B092-BFADB7D8549D}"/>
              </a:ext>
            </a:extLst>
          </p:cNvPr>
          <p:cNvSpPr txBox="1"/>
          <p:nvPr/>
        </p:nvSpPr>
        <p:spPr>
          <a:xfrm>
            <a:off x="7989112" y="3060922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Pretendard Bold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37BA1D-673C-E3B4-7282-E89659D8A52F}"/>
              </a:ext>
            </a:extLst>
          </p:cNvPr>
          <p:cNvSpPr txBox="1"/>
          <p:nvPr/>
        </p:nvSpPr>
        <p:spPr>
          <a:xfrm>
            <a:off x="7989112" y="3391069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Pretendard ExtraBold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89496E-45FB-3374-4940-6E527D9938B0}"/>
              </a:ext>
            </a:extLst>
          </p:cNvPr>
          <p:cNvSpPr txBox="1"/>
          <p:nvPr/>
        </p:nvSpPr>
        <p:spPr>
          <a:xfrm>
            <a:off x="7989112" y="3750695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ExtraLight" panose="02000303000000020004" pitchFamily="2" charset="-127"/>
                <a:ea typeface="Pretendard ExtraLight" panose="02000303000000020004" pitchFamily="2" charset="-127"/>
                <a:cs typeface="Pretendard ExtraLight" panose="02000303000000020004" pitchFamily="2" charset="-127"/>
              </a:rPr>
              <a:t>Pretendard ExtraLight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02761BB-147B-DE9A-EF4A-D0FFEF38664D}"/>
              </a:ext>
            </a:extLst>
          </p:cNvPr>
          <p:cNvSpPr txBox="1"/>
          <p:nvPr/>
        </p:nvSpPr>
        <p:spPr>
          <a:xfrm>
            <a:off x="7989112" y="4097453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Pretendard Light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C04B82-96D8-868F-8E82-A48998DE3BB4}"/>
              </a:ext>
            </a:extLst>
          </p:cNvPr>
          <p:cNvSpPr txBox="1"/>
          <p:nvPr/>
        </p:nvSpPr>
        <p:spPr>
          <a:xfrm>
            <a:off x="7989112" y="4431381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Pretendard Medium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59687C-0CDD-21F0-F44A-D5191B0B7E31}"/>
              </a:ext>
            </a:extLst>
          </p:cNvPr>
          <p:cNvSpPr txBox="1"/>
          <p:nvPr/>
        </p:nvSpPr>
        <p:spPr>
          <a:xfrm>
            <a:off x="7989112" y="4764849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Regular" panose="02000503000000020004" pitchFamily="2" charset="-127"/>
                <a:ea typeface="Pretendard Regular" panose="02000503000000020004" pitchFamily="2" charset="-127"/>
                <a:cs typeface="Pretendard Regular" panose="02000503000000020004" pitchFamily="2" charset="-127"/>
              </a:rPr>
              <a:t>Pretendard Regular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324FCA-68F8-4D95-095E-4D434FFBB5FC}"/>
              </a:ext>
            </a:extLst>
          </p:cNvPr>
          <p:cNvSpPr txBox="1"/>
          <p:nvPr/>
        </p:nvSpPr>
        <p:spPr>
          <a:xfrm>
            <a:off x="7989112" y="5133270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Pretendard SemiBold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8FEEF47-8A72-7569-F7C4-47FDDDAB0CA7}"/>
              </a:ext>
            </a:extLst>
          </p:cNvPr>
          <p:cNvSpPr txBox="1"/>
          <p:nvPr/>
        </p:nvSpPr>
        <p:spPr>
          <a:xfrm>
            <a:off x="7989112" y="5431472"/>
            <a:ext cx="3807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264148"/>
                </a:solidFill>
                <a:effectLst/>
                <a:uLnTx/>
                <a:uFillTx/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Pretendard Thin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277B5-E9FA-C61B-87BE-D7F1345A797C}"/>
              </a:ext>
            </a:extLst>
          </p:cNvPr>
          <p:cNvSpPr txBox="1"/>
          <p:nvPr/>
        </p:nvSpPr>
        <p:spPr>
          <a:xfrm>
            <a:off x="1156641" y="2322099"/>
            <a:ext cx="763671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작성 가이드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CDD5C53-DA72-099B-362A-E281340425AD}"/>
              </a:ext>
            </a:extLst>
          </p:cNvPr>
          <p:cNvCxnSpPr/>
          <p:nvPr/>
        </p:nvCxnSpPr>
        <p:spPr>
          <a:xfrm>
            <a:off x="1156641" y="2603134"/>
            <a:ext cx="1098391" cy="0"/>
          </a:xfrm>
          <a:prstGeom prst="line">
            <a:avLst/>
          </a:prstGeom>
          <a:ln>
            <a:solidFill>
              <a:srgbClr val="7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29A7DD-A301-4C1B-65AF-6B2DF55FF78F}"/>
              </a:ext>
            </a:extLst>
          </p:cNvPr>
          <p:cNvSpPr txBox="1"/>
          <p:nvPr/>
        </p:nvSpPr>
        <p:spPr>
          <a:xfrm>
            <a:off x="1061428" y="2720141"/>
            <a:ext cx="3335474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부서 및 구성원 간 자료 작성 방식의 표준화를 통한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업무 효율성 강화</a:t>
            </a: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자료 공유 및 재사용의 편의성 증대</a:t>
            </a:r>
          </a:p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공식 커뮤니케이션에서 일관된 형식과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전달력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확보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적용범위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사내외 보고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제안 등 공식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PPT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작성 가이드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 사용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엔딩 등 구성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선택하여 자유롭게 활용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색상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로고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폰트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템플릿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/CI, Pretendard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제공 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*템플릿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p4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28600" marR="0" lvl="0" indent="-2286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 부서 목적과 상황에 따라 자유롭게 구성하되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가이드 준수 권장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638443-84FA-EED9-AF13-225353264C7E}"/>
              </a:ext>
            </a:extLst>
          </p:cNvPr>
          <p:cNvSpPr txBox="1"/>
          <p:nvPr/>
        </p:nvSpPr>
        <p:spPr>
          <a:xfrm>
            <a:off x="8309642" y="2262799"/>
            <a:ext cx="3277107" cy="296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글꼴 설치 후 이용하시기 바랍니다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7542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E580-A96F-7231-F355-5809C2CA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5960B5C-C427-B2F6-0649-CF53C522AC38}"/>
              </a:ext>
            </a:extLst>
          </p:cNvPr>
          <p:cNvCxnSpPr>
            <a:cxnSpLocks/>
          </p:cNvCxnSpPr>
          <p:nvPr/>
        </p:nvCxnSpPr>
        <p:spPr>
          <a:xfrm>
            <a:off x="521895" y="6246341"/>
            <a:ext cx="1114821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E70C41B-1527-4FBD-A1B3-D0AA3380DDF0}"/>
              </a:ext>
            </a:extLst>
          </p:cNvPr>
          <p:cNvSpPr txBox="1"/>
          <p:nvPr/>
        </p:nvSpPr>
        <p:spPr>
          <a:xfrm>
            <a:off x="521895" y="6343921"/>
            <a:ext cx="99706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작성해주세요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F86BEA-BD23-815F-D365-D235D4CA7A2D}"/>
              </a:ext>
            </a:extLst>
          </p:cNvPr>
          <p:cNvSpPr txBox="1"/>
          <p:nvPr/>
        </p:nvSpPr>
        <p:spPr>
          <a:xfrm>
            <a:off x="1061429" y="917428"/>
            <a:ext cx="2789225" cy="4413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제목을 작성해주세요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FF4B4B-0B7C-76F8-B8D3-A34063AF9636}"/>
              </a:ext>
            </a:extLst>
          </p:cNvPr>
          <p:cNvSpPr txBox="1"/>
          <p:nvPr/>
        </p:nvSpPr>
        <p:spPr>
          <a:xfrm>
            <a:off x="1061429" y="633807"/>
            <a:ext cx="13128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제목을 작성해주세요</a:t>
            </a: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92686C44-23FF-B59A-96B3-7582600A0385}"/>
              </a:ext>
            </a:extLst>
          </p:cNvPr>
          <p:cNvSpPr/>
          <p:nvPr/>
        </p:nvSpPr>
        <p:spPr>
          <a:xfrm rot="10800000">
            <a:off x="570118" y="-1"/>
            <a:ext cx="360362" cy="1331120"/>
          </a:xfrm>
          <a:prstGeom prst="round2SameRect">
            <a:avLst/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85000"/>
                  <a:lumOff val="15000"/>
                </a:srgbClr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10E0DB-1FC6-4DC0-3E53-BA9BD7B8B206}"/>
              </a:ext>
            </a:extLst>
          </p:cNvPr>
          <p:cNvSpPr txBox="1"/>
          <p:nvPr/>
        </p:nvSpPr>
        <p:spPr>
          <a:xfrm>
            <a:off x="11503393" y="6343921"/>
            <a:ext cx="166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16EBC-6616-4A32-8DFE-4E85D989BA0A}" type="slidenum">
              <a:rPr kumimoji="0" lang="en-US" altLang="ko-KR" sz="1000" b="0" i="0" u="none" strike="noStrike" kern="1200" cap="none" spc="-50" normalizeH="0" baseline="0" noProof="0" smtClean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0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1643CF-E39F-0C2F-9046-B114BFA7B98E}"/>
              </a:ext>
            </a:extLst>
          </p:cNvPr>
          <p:cNvSpPr txBox="1"/>
          <p:nvPr/>
        </p:nvSpPr>
        <p:spPr>
          <a:xfrm>
            <a:off x="674314" y="1064102"/>
            <a:ext cx="151965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02</a:t>
            </a:r>
            <a:endParaRPr kumimoji="0" lang="ko-KR" altLang="en-US" sz="105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87A86-FC00-BC83-E4F2-A5F8D7D8A470}"/>
              </a:ext>
            </a:extLst>
          </p:cNvPr>
          <p:cNvSpPr txBox="1"/>
          <p:nvPr/>
        </p:nvSpPr>
        <p:spPr>
          <a:xfrm>
            <a:off x="1020429" y="1546965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요약하여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설명해주세요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 정도로 작성하시기를 추천드립니다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C896A-FBD8-6BFE-15F4-9F3453EA0911}"/>
              </a:ext>
            </a:extLst>
          </p:cNvPr>
          <p:cNvSpPr txBox="1"/>
          <p:nvPr/>
        </p:nvSpPr>
        <p:spPr>
          <a:xfrm>
            <a:off x="1059737" y="2322099"/>
            <a:ext cx="618759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주요 내용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6BBC8-A923-E095-F5F8-832AE56A4D7B}"/>
              </a:ext>
            </a:extLst>
          </p:cNvPr>
          <p:cNvSpPr txBox="1"/>
          <p:nvPr/>
        </p:nvSpPr>
        <p:spPr>
          <a:xfrm>
            <a:off x="1059738" y="2706344"/>
            <a:ext cx="625546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데이터를 학습하고 이를 기반으로 새로운 콘텐츠를 생성하는 인공지능의 한 종류입니다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주어진 입력을 바탕으로 텍스트 및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이미지 생성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작곡 등 다양한 창작 활동을 자동으로 할 수 있습니다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0" lang="ko-KR" altLang="en-US" sz="1200" b="0" i="0" u="none" strike="noStrike" kern="1200" cap="none" spc="-8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88D2A-C942-6ED6-59EE-F3918DC0B951}"/>
              </a:ext>
            </a:extLst>
          </p:cNvPr>
          <p:cNvSpPr txBox="1"/>
          <p:nvPr/>
        </p:nvSpPr>
        <p:spPr>
          <a:xfrm>
            <a:off x="1059737" y="3443014"/>
            <a:ext cx="679673" cy="2274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주요 내용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9C237-2B0A-CE8E-6EC1-E8A5B7893112}"/>
              </a:ext>
            </a:extLst>
          </p:cNvPr>
          <p:cNvSpPr txBox="1"/>
          <p:nvPr/>
        </p:nvSpPr>
        <p:spPr>
          <a:xfrm>
            <a:off x="1059738" y="3876065"/>
            <a:ext cx="1028360" cy="227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1. </a:t>
            </a: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672B0-FD4D-554B-0CE0-5EF1FD990BEE}"/>
              </a:ext>
            </a:extLst>
          </p:cNvPr>
          <p:cNvSpPr txBox="1"/>
          <p:nvPr/>
        </p:nvSpPr>
        <p:spPr>
          <a:xfrm>
            <a:off x="1059739" y="4212480"/>
            <a:ext cx="462121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줄이면 좋을 것 같아요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709E7-E526-409D-D8DC-B0C3585F51EC}"/>
              </a:ext>
            </a:extLst>
          </p:cNvPr>
          <p:cNvSpPr txBox="1"/>
          <p:nvPr/>
        </p:nvSpPr>
        <p:spPr>
          <a:xfrm>
            <a:off x="1059738" y="4786453"/>
            <a:ext cx="1211832" cy="227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3. </a:t>
            </a: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EA6F49-F7C2-210F-E661-52A44409F41B}"/>
              </a:ext>
            </a:extLst>
          </p:cNvPr>
          <p:cNvSpPr txBox="1"/>
          <p:nvPr/>
        </p:nvSpPr>
        <p:spPr>
          <a:xfrm>
            <a:off x="1059739" y="5122868"/>
            <a:ext cx="462121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줄이면 좋을 것 같아요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67C0937-A82B-25CC-64CA-0217801638A5}"/>
              </a:ext>
            </a:extLst>
          </p:cNvPr>
          <p:cNvCxnSpPr/>
          <p:nvPr/>
        </p:nvCxnSpPr>
        <p:spPr>
          <a:xfrm>
            <a:off x="1059737" y="2603134"/>
            <a:ext cx="1098391" cy="0"/>
          </a:xfrm>
          <a:prstGeom prst="line">
            <a:avLst/>
          </a:prstGeom>
          <a:ln>
            <a:solidFill>
              <a:srgbClr val="7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7A24554-AA31-386C-0D3B-8FF42ECF6B82}"/>
              </a:ext>
            </a:extLst>
          </p:cNvPr>
          <p:cNvCxnSpPr/>
          <p:nvPr/>
        </p:nvCxnSpPr>
        <p:spPr>
          <a:xfrm>
            <a:off x="1059737" y="3709361"/>
            <a:ext cx="1098391" cy="0"/>
          </a:xfrm>
          <a:prstGeom prst="line">
            <a:avLst/>
          </a:prstGeom>
          <a:ln>
            <a:solidFill>
              <a:srgbClr val="7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63F070-26FE-6D44-5060-A688AA991B7D}"/>
              </a:ext>
            </a:extLst>
          </p:cNvPr>
          <p:cNvSpPr txBox="1"/>
          <p:nvPr/>
        </p:nvSpPr>
        <p:spPr>
          <a:xfrm>
            <a:off x="6095999" y="3876065"/>
            <a:ext cx="1028360" cy="227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2. </a:t>
            </a: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0662D4-42A0-756F-4957-190D0C1AD3EA}"/>
              </a:ext>
            </a:extLst>
          </p:cNvPr>
          <p:cNvSpPr txBox="1"/>
          <p:nvPr/>
        </p:nvSpPr>
        <p:spPr>
          <a:xfrm>
            <a:off x="6096000" y="4212480"/>
            <a:ext cx="462121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줄이면 좋을 것 같아요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139E64-D9BF-023F-F96C-A194A61C59B8}"/>
              </a:ext>
            </a:extLst>
          </p:cNvPr>
          <p:cNvSpPr txBox="1"/>
          <p:nvPr/>
        </p:nvSpPr>
        <p:spPr>
          <a:xfrm>
            <a:off x="6095999" y="4786453"/>
            <a:ext cx="1211832" cy="227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4. </a:t>
            </a: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143410-25C2-8BF1-342B-DFF71948A79E}"/>
              </a:ext>
            </a:extLst>
          </p:cNvPr>
          <p:cNvSpPr txBox="1"/>
          <p:nvPr/>
        </p:nvSpPr>
        <p:spPr>
          <a:xfrm>
            <a:off x="6096000" y="5122868"/>
            <a:ext cx="462121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 줄이면 좋을 것 같아요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간단하게 내용을 설명해주세요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0046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097F5-6CD2-DC67-F605-DBDC5FB4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38E0918-89D3-0511-1F3E-12E6F5AD7F6E}"/>
              </a:ext>
            </a:extLst>
          </p:cNvPr>
          <p:cNvCxnSpPr>
            <a:cxnSpLocks/>
          </p:cNvCxnSpPr>
          <p:nvPr/>
        </p:nvCxnSpPr>
        <p:spPr>
          <a:xfrm>
            <a:off x="521895" y="6246341"/>
            <a:ext cx="1114821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290F24-0BCF-39CA-7F45-9908BBF7CD22}"/>
              </a:ext>
            </a:extLst>
          </p:cNvPr>
          <p:cNvSpPr txBox="1"/>
          <p:nvPr/>
        </p:nvSpPr>
        <p:spPr>
          <a:xfrm>
            <a:off x="521895" y="6343921"/>
            <a:ext cx="99706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작성해주세요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B08A98-DEA7-C567-6DB7-189269B29F8C}"/>
              </a:ext>
            </a:extLst>
          </p:cNvPr>
          <p:cNvSpPr txBox="1"/>
          <p:nvPr/>
        </p:nvSpPr>
        <p:spPr>
          <a:xfrm>
            <a:off x="1061429" y="917428"/>
            <a:ext cx="2789225" cy="4413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제목을 작성해주세요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C0C642-7A11-9401-CED7-0D851EB86788}"/>
              </a:ext>
            </a:extLst>
          </p:cNvPr>
          <p:cNvSpPr txBox="1"/>
          <p:nvPr/>
        </p:nvSpPr>
        <p:spPr>
          <a:xfrm>
            <a:off x="1061429" y="633807"/>
            <a:ext cx="13128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제목을 작성해주세요</a:t>
            </a: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8C05A966-10ED-86FB-F1CE-E76E2BAD244A}"/>
              </a:ext>
            </a:extLst>
          </p:cNvPr>
          <p:cNvSpPr/>
          <p:nvPr/>
        </p:nvSpPr>
        <p:spPr>
          <a:xfrm rot="10800000">
            <a:off x="570118" y="-1"/>
            <a:ext cx="360362" cy="1331120"/>
          </a:xfrm>
          <a:prstGeom prst="round2SameRect">
            <a:avLst/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85000"/>
                  <a:lumOff val="15000"/>
                </a:srgbClr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426864-39F0-425C-5B0D-6EF75063A6FD}"/>
              </a:ext>
            </a:extLst>
          </p:cNvPr>
          <p:cNvSpPr txBox="1"/>
          <p:nvPr/>
        </p:nvSpPr>
        <p:spPr>
          <a:xfrm>
            <a:off x="11503393" y="6343921"/>
            <a:ext cx="166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16EBC-6616-4A32-8DFE-4E85D989BA0A}" type="slidenum">
              <a:rPr kumimoji="0" lang="en-US" altLang="ko-KR" sz="1000" b="0" i="0" u="none" strike="noStrike" kern="1200" cap="none" spc="-50" normalizeH="0" baseline="0" noProof="0" smtClean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0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42714-FEBB-BBA0-D6DA-B01EA6CAC25C}"/>
              </a:ext>
            </a:extLst>
          </p:cNvPr>
          <p:cNvSpPr txBox="1"/>
          <p:nvPr/>
        </p:nvSpPr>
        <p:spPr>
          <a:xfrm>
            <a:off x="671910" y="1064102"/>
            <a:ext cx="1567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03</a:t>
            </a:r>
            <a:endParaRPr kumimoji="0" lang="ko-KR" altLang="en-US" sz="105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94C61-66EE-EAB1-8F74-82D27A1E7581}"/>
              </a:ext>
            </a:extLst>
          </p:cNvPr>
          <p:cNvSpPr txBox="1"/>
          <p:nvPr/>
        </p:nvSpPr>
        <p:spPr>
          <a:xfrm>
            <a:off x="1020429" y="1546965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요약하여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설명해주세요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 정도로 작성하시기를 추천드립니다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2B2526-396A-DBF5-41BD-F1CA561411DE}"/>
              </a:ext>
            </a:extLst>
          </p:cNvPr>
          <p:cNvSpPr txBox="1"/>
          <p:nvPr/>
        </p:nvSpPr>
        <p:spPr>
          <a:xfrm>
            <a:off x="3733419" y="1546965"/>
            <a:ext cx="32771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아이콘 다운로드는 구글폰트 추천드립니다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=&gt; https://fonts.google.com/icons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791B56A-8B5C-AC66-771A-B1B4278CDED9}"/>
              </a:ext>
            </a:extLst>
          </p:cNvPr>
          <p:cNvSpPr/>
          <p:nvPr/>
        </p:nvSpPr>
        <p:spPr>
          <a:xfrm>
            <a:off x="1595169" y="2400375"/>
            <a:ext cx="3262653" cy="31961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+mn-cs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E561124-4FD7-8E5E-03F9-920B7370FD51}"/>
              </a:ext>
            </a:extLst>
          </p:cNvPr>
          <p:cNvSpPr/>
          <p:nvPr/>
        </p:nvSpPr>
        <p:spPr>
          <a:xfrm>
            <a:off x="4464673" y="2400375"/>
            <a:ext cx="3262653" cy="31961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+mn-cs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F7C0EE9-1328-8766-61A7-B891EF912DBE}"/>
              </a:ext>
            </a:extLst>
          </p:cNvPr>
          <p:cNvSpPr/>
          <p:nvPr/>
        </p:nvSpPr>
        <p:spPr>
          <a:xfrm>
            <a:off x="7334177" y="2400375"/>
            <a:ext cx="3262653" cy="3196103"/>
          </a:xfrm>
          <a:prstGeom prst="ellipse">
            <a:avLst/>
          </a:prstGeom>
          <a:solidFill>
            <a:srgbClr val="264148"/>
          </a:solidFill>
          <a:ln>
            <a:noFill/>
          </a:ln>
          <a:effectLst>
            <a:outerShdw blurRad="241300" dist="50800" dir="5400000" algn="t" rotWithShape="0">
              <a:prstClr val="black">
                <a:alpha val="4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5F948C-94D5-3537-A06A-5E1121D474D5}"/>
              </a:ext>
            </a:extLst>
          </p:cNvPr>
          <p:cNvSpPr txBox="1"/>
          <p:nvPr/>
        </p:nvSpPr>
        <p:spPr>
          <a:xfrm>
            <a:off x="2572007" y="3766695"/>
            <a:ext cx="1308997" cy="22613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434343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내용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434343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434343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아이콘 수정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AC766F-2D77-514A-56D9-66D511874083}"/>
              </a:ext>
            </a:extLst>
          </p:cNvPr>
          <p:cNvSpPr txBox="1"/>
          <p:nvPr/>
        </p:nvSpPr>
        <p:spPr>
          <a:xfrm>
            <a:off x="2230497" y="4204190"/>
            <a:ext cx="1991997" cy="6454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내용을 간략하게</a:t>
            </a:r>
            <a:endParaRPr kumimoji="0" lang="en-US" altLang="ko-KR" sz="12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작성하세요</a:t>
            </a:r>
            <a:endParaRPr kumimoji="0" lang="en-US" altLang="ko-KR" sz="12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2-3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줄을 추천드립니다</a:t>
            </a:r>
            <a:endParaRPr kumimoji="0" lang="en-US" altLang="ko-KR" sz="12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8B5F2B-90D4-5451-6668-0A0A678AE596}"/>
              </a:ext>
            </a:extLst>
          </p:cNvPr>
          <p:cNvSpPr txBox="1"/>
          <p:nvPr/>
        </p:nvSpPr>
        <p:spPr>
          <a:xfrm>
            <a:off x="5441509" y="3766695"/>
            <a:ext cx="1308997" cy="22613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내용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아이콘 수정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BAE497-7BF2-CD3D-FFCC-889578BD20AC}"/>
              </a:ext>
            </a:extLst>
          </p:cNvPr>
          <p:cNvSpPr txBox="1"/>
          <p:nvPr/>
        </p:nvSpPr>
        <p:spPr>
          <a:xfrm>
            <a:off x="5100001" y="4204190"/>
            <a:ext cx="1991997" cy="6454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내용을 간략하게</a:t>
            </a:r>
            <a:endParaRPr kumimoji="0" lang="en-US" altLang="ko-KR" sz="12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작성하세요</a:t>
            </a:r>
            <a:endParaRPr kumimoji="0" lang="en-US" altLang="ko-KR" sz="12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2-3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줄을 추천드립니다</a:t>
            </a:r>
            <a:endParaRPr kumimoji="0" lang="en-US" altLang="ko-KR" sz="12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02B31D-77D5-EA73-EEAA-BB16B127C613}"/>
              </a:ext>
            </a:extLst>
          </p:cNvPr>
          <p:cNvSpPr txBox="1"/>
          <p:nvPr/>
        </p:nvSpPr>
        <p:spPr>
          <a:xfrm>
            <a:off x="8311006" y="3786336"/>
            <a:ext cx="1308997" cy="22613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내용</a:t>
            </a:r>
            <a:r>
              <a:rPr kumimoji="0" lang="en-US" altLang="ko-KR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아이콘 수정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181D95-D366-801D-6025-5725C03DCA2E}"/>
              </a:ext>
            </a:extLst>
          </p:cNvPr>
          <p:cNvSpPr txBox="1"/>
          <p:nvPr/>
        </p:nvSpPr>
        <p:spPr>
          <a:xfrm>
            <a:off x="7969505" y="4204189"/>
            <a:ext cx="1991997" cy="6454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DEE2E3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내용을 간략하게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DEE2E3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작성하세요</a:t>
            </a:r>
          </a:p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DEE2E3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2-3</a:t>
            </a:r>
            <a:r>
              <a:rPr kumimoji="0" lang="ko-KR" altLang="en-US" sz="12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DEE2E3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t>줄을 추천드립니다</a:t>
            </a:r>
          </a:p>
        </p:txBody>
      </p:sp>
      <p:pic>
        <p:nvPicPr>
          <p:cNvPr id="6" name="그림 5" descr="상징, 폰트, 로고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1F68E4-9508-F71F-1678-1DEAD17B1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014" y="2989161"/>
            <a:ext cx="646065" cy="632887"/>
          </a:xfrm>
          <a:prstGeom prst="rect">
            <a:avLst/>
          </a:prstGeom>
        </p:spPr>
      </p:pic>
      <p:pic>
        <p:nvPicPr>
          <p:cNvPr id="8" name="그림 7" descr="그래픽, 블랙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8C7E75-12EC-2C84-182D-D54636DAC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67" y="2958735"/>
            <a:ext cx="714399" cy="699827"/>
          </a:xfrm>
          <a:prstGeom prst="rect">
            <a:avLst/>
          </a:prstGeom>
        </p:spPr>
      </p:pic>
      <p:pic>
        <p:nvPicPr>
          <p:cNvPr id="10" name="그림 9" descr="상징, 로고, 폰트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B718C4B-3EA8-7B6F-527A-44BE4A100F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647" y="3008229"/>
            <a:ext cx="646064" cy="63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904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1B60-C522-8C67-F651-811985CAF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AB269A2-6AE7-FA23-33C1-47C8C4E9592C}"/>
              </a:ext>
            </a:extLst>
          </p:cNvPr>
          <p:cNvCxnSpPr>
            <a:cxnSpLocks/>
          </p:cNvCxnSpPr>
          <p:nvPr/>
        </p:nvCxnSpPr>
        <p:spPr>
          <a:xfrm>
            <a:off x="1059738" y="2965642"/>
            <a:ext cx="7100356" cy="0"/>
          </a:xfrm>
          <a:prstGeom prst="line">
            <a:avLst/>
          </a:prstGeom>
          <a:ln>
            <a:solidFill>
              <a:srgbClr val="DEE2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E921A98-E2D4-57AC-B677-1A82543705F7}"/>
              </a:ext>
            </a:extLst>
          </p:cNvPr>
          <p:cNvCxnSpPr>
            <a:cxnSpLocks/>
          </p:cNvCxnSpPr>
          <p:nvPr/>
        </p:nvCxnSpPr>
        <p:spPr>
          <a:xfrm>
            <a:off x="1059738" y="4441600"/>
            <a:ext cx="7100356" cy="0"/>
          </a:xfrm>
          <a:prstGeom prst="line">
            <a:avLst/>
          </a:prstGeom>
          <a:ln>
            <a:solidFill>
              <a:srgbClr val="DEE2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5AA12E5-CE81-47EB-E784-DD87A38DCB92}"/>
              </a:ext>
            </a:extLst>
          </p:cNvPr>
          <p:cNvSpPr txBox="1"/>
          <p:nvPr/>
        </p:nvSpPr>
        <p:spPr>
          <a:xfrm>
            <a:off x="1061429" y="917428"/>
            <a:ext cx="2789225" cy="4413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제목을 작성해주세요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949EE2-1DF1-0DC1-C947-F20DB9CDFD9F}"/>
              </a:ext>
            </a:extLst>
          </p:cNvPr>
          <p:cNvSpPr txBox="1"/>
          <p:nvPr/>
        </p:nvSpPr>
        <p:spPr>
          <a:xfrm>
            <a:off x="1061429" y="633807"/>
            <a:ext cx="13128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제목을 작성해주세요</a:t>
            </a:r>
          </a:p>
        </p:txBody>
      </p:sp>
      <p:sp>
        <p:nvSpPr>
          <p:cNvPr id="21" name="사각형: 둥근 위쪽 모서리 20">
            <a:extLst>
              <a:ext uri="{FF2B5EF4-FFF2-40B4-BE49-F238E27FC236}">
                <a16:creationId xmlns:a16="http://schemas.microsoft.com/office/drawing/2014/main" id="{3D9F164E-9627-9B41-528D-FB160142EF79}"/>
              </a:ext>
            </a:extLst>
          </p:cNvPr>
          <p:cNvSpPr/>
          <p:nvPr/>
        </p:nvSpPr>
        <p:spPr>
          <a:xfrm rot="10800000">
            <a:off x="570118" y="-1"/>
            <a:ext cx="360362" cy="1331120"/>
          </a:xfrm>
          <a:prstGeom prst="round2SameRect">
            <a:avLst/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85000"/>
                  <a:lumOff val="15000"/>
                </a:srgbClr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F3688F-39FF-786C-B5A3-7B91691E9778}"/>
              </a:ext>
            </a:extLst>
          </p:cNvPr>
          <p:cNvSpPr txBox="1"/>
          <p:nvPr/>
        </p:nvSpPr>
        <p:spPr>
          <a:xfrm>
            <a:off x="11503393" y="6343921"/>
            <a:ext cx="166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16EBC-6616-4A32-8DFE-4E85D989BA0A}" type="slidenum">
              <a:rPr kumimoji="0" lang="en-US" altLang="ko-KR" sz="1000" b="0" i="0" u="none" strike="noStrike" kern="1200" cap="none" spc="-50" normalizeH="0" baseline="0" noProof="0" smtClean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0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7D546F-3579-05CF-2FAD-BD045330C8C6}"/>
              </a:ext>
            </a:extLst>
          </p:cNvPr>
          <p:cNvSpPr txBox="1"/>
          <p:nvPr/>
        </p:nvSpPr>
        <p:spPr>
          <a:xfrm>
            <a:off x="671108" y="1064102"/>
            <a:ext cx="15837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04</a:t>
            </a:r>
            <a:endParaRPr kumimoji="0" lang="ko-KR" altLang="en-US" sz="105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80A06-DCCE-A43F-3DDD-982D4C253161}"/>
              </a:ext>
            </a:extLst>
          </p:cNvPr>
          <p:cNvSpPr txBox="1"/>
          <p:nvPr/>
        </p:nvSpPr>
        <p:spPr>
          <a:xfrm>
            <a:off x="1020429" y="1546965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요약하여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설명해주세요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 정도로 작성하시기를 추천드립니다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이등변 삼각형 3">
            <a:extLst>
              <a:ext uri="{FF2B5EF4-FFF2-40B4-BE49-F238E27FC236}">
                <a16:creationId xmlns:a16="http://schemas.microsoft.com/office/drawing/2014/main" id="{A65053D4-2DDC-4F09-86CE-B24C3BA3BFCE}"/>
              </a:ext>
            </a:extLst>
          </p:cNvPr>
          <p:cNvSpPr/>
          <p:nvPr/>
        </p:nvSpPr>
        <p:spPr>
          <a:xfrm>
            <a:off x="8091893" y="1564337"/>
            <a:ext cx="1829182" cy="1419324"/>
          </a:xfrm>
          <a:prstGeom prst="triangle">
            <a:avLst/>
          </a:prstGeom>
          <a:solidFill>
            <a:srgbClr val="DEE2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5" name="사다리꼴 4">
            <a:extLst>
              <a:ext uri="{FF2B5EF4-FFF2-40B4-BE49-F238E27FC236}">
                <a16:creationId xmlns:a16="http://schemas.microsoft.com/office/drawing/2014/main" id="{85265493-E16C-B709-CCB9-DA26C09BF8BF}"/>
              </a:ext>
            </a:extLst>
          </p:cNvPr>
          <p:cNvSpPr/>
          <p:nvPr/>
        </p:nvSpPr>
        <p:spPr>
          <a:xfrm>
            <a:off x="7177354" y="3031831"/>
            <a:ext cx="3658364" cy="1419324"/>
          </a:xfrm>
          <a:prstGeom prst="trapezoid">
            <a:avLst>
              <a:gd name="adj" fmla="val 63381"/>
            </a:avLst>
          </a:prstGeom>
          <a:solidFill>
            <a:srgbClr val="7187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6" name="사다리꼴 5">
            <a:extLst>
              <a:ext uri="{FF2B5EF4-FFF2-40B4-BE49-F238E27FC236}">
                <a16:creationId xmlns:a16="http://schemas.microsoft.com/office/drawing/2014/main" id="{5D712448-62F7-7554-A410-D7C474586986}"/>
              </a:ext>
            </a:extLst>
          </p:cNvPr>
          <p:cNvSpPr/>
          <p:nvPr/>
        </p:nvSpPr>
        <p:spPr>
          <a:xfrm>
            <a:off x="6262711" y="4499326"/>
            <a:ext cx="5487545" cy="1419324"/>
          </a:xfrm>
          <a:prstGeom prst="trapezoid">
            <a:avLst>
              <a:gd name="adj" fmla="val 63381"/>
            </a:avLst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C1B5F-0F18-E6E6-3FCA-A027DA2A9E4B}"/>
              </a:ext>
            </a:extLst>
          </p:cNvPr>
          <p:cNvSpPr txBox="1"/>
          <p:nvPr/>
        </p:nvSpPr>
        <p:spPr>
          <a:xfrm>
            <a:off x="1059737" y="2416691"/>
            <a:ext cx="2199029" cy="227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1. </a:t>
            </a: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88C56-BCB9-1F1C-511E-69FB2F469437}"/>
              </a:ext>
            </a:extLst>
          </p:cNvPr>
          <p:cNvSpPr txBox="1"/>
          <p:nvPr/>
        </p:nvSpPr>
        <p:spPr>
          <a:xfrm>
            <a:off x="1059738" y="2713320"/>
            <a:ext cx="365836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간략하게 작성해주세요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1-2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줄을 추천드립니다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DB4518-242F-3579-3DC8-3EE9A5E735D9}"/>
              </a:ext>
            </a:extLst>
          </p:cNvPr>
          <p:cNvSpPr txBox="1"/>
          <p:nvPr/>
        </p:nvSpPr>
        <p:spPr>
          <a:xfrm>
            <a:off x="1059737" y="3742664"/>
            <a:ext cx="2199029" cy="227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2. </a:t>
            </a: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23853A-D521-7CC6-F7B4-546F3517EAB7}"/>
              </a:ext>
            </a:extLst>
          </p:cNvPr>
          <p:cNvSpPr txBox="1"/>
          <p:nvPr/>
        </p:nvSpPr>
        <p:spPr>
          <a:xfrm>
            <a:off x="1059738" y="4039293"/>
            <a:ext cx="365836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간략하게 작성해주세요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1-2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줄을 추천드립니다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48CBBB-DEBD-FD0F-8678-C3F0CB1D0B90}"/>
              </a:ext>
            </a:extLst>
          </p:cNvPr>
          <p:cNvSpPr txBox="1"/>
          <p:nvPr/>
        </p:nvSpPr>
        <p:spPr>
          <a:xfrm>
            <a:off x="1059737" y="5351488"/>
            <a:ext cx="2199029" cy="4644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3. </a:t>
            </a: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264148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5CAD8D-A430-6535-4577-409B4591ED5C}"/>
              </a:ext>
            </a:extLst>
          </p:cNvPr>
          <p:cNvSpPr txBox="1"/>
          <p:nvPr/>
        </p:nvSpPr>
        <p:spPr>
          <a:xfrm>
            <a:off x="1059738" y="5648117"/>
            <a:ext cx="365836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내용을 간략하게 작성해주세요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 1-2</a:t>
            </a:r>
            <a:r>
              <a:rPr kumimoji="0" lang="ko-KR" altLang="en-US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줄을 추천드립니다</a:t>
            </a:r>
            <a:r>
              <a:rPr kumimoji="0" lang="en-US" altLang="ko-KR" sz="1200" b="0" i="0" u="none" strike="noStrike" kern="1200" cap="none" spc="-8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8A387813-C09F-21C7-85C1-51A56B716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9194" y="3611451"/>
            <a:ext cx="667188" cy="66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>
            <a:extLst>
              <a:ext uri="{FF2B5EF4-FFF2-40B4-BE49-F238E27FC236}">
                <a16:creationId xmlns:a16="http://schemas.microsoft.com/office/drawing/2014/main" id="{6F3EEEB0-4FB8-4F1B-ACAA-80DF27F90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520" y="2328378"/>
            <a:ext cx="569608" cy="56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>
            <a:extLst>
              <a:ext uri="{FF2B5EF4-FFF2-40B4-BE49-F238E27FC236}">
                <a16:creationId xmlns:a16="http://schemas.microsoft.com/office/drawing/2014/main" id="{CA0A5F16-792F-39AE-1A14-3F62FA59F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4680" y="5056551"/>
            <a:ext cx="662806" cy="66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0">
            <a:extLst>
              <a:ext uri="{FF2B5EF4-FFF2-40B4-BE49-F238E27FC236}">
                <a16:creationId xmlns:a16="http://schemas.microsoft.com/office/drawing/2014/main" id="{77F42FD5-1CF7-141D-3627-DFD7D60DF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159" y="4906899"/>
            <a:ext cx="590978" cy="590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AD695CFD-72AB-A4D9-F186-D8A497AB53A1}"/>
              </a:ext>
            </a:extLst>
          </p:cNvPr>
          <p:cNvCxnSpPr>
            <a:cxnSpLocks/>
          </p:cNvCxnSpPr>
          <p:nvPr/>
        </p:nvCxnSpPr>
        <p:spPr>
          <a:xfrm>
            <a:off x="1059738" y="5918650"/>
            <a:ext cx="7100356" cy="0"/>
          </a:xfrm>
          <a:prstGeom prst="line">
            <a:avLst/>
          </a:prstGeom>
          <a:ln>
            <a:solidFill>
              <a:srgbClr val="DEE2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7390B93-1B9E-9F57-A6B4-348814D36675}"/>
              </a:ext>
            </a:extLst>
          </p:cNvPr>
          <p:cNvCxnSpPr>
            <a:cxnSpLocks/>
          </p:cNvCxnSpPr>
          <p:nvPr/>
        </p:nvCxnSpPr>
        <p:spPr>
          <a:xfrm>
            <a:off x="521895" y="6246341"/>
            <a:ext cx="1114821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EE42AB8-FA05-1B27-1806-2A13A81E1AE1}"/>
              </a:ext>
            </a:extLst>
          </p:cNvPr>
          <p:cNvSpPr txBox="1"/>
          <p:nvPr/>
        </p:nvSpPr>
        <p:spPr>
          <a:xfrm>
            <a:off x="521895" y="6343921"/>
            <a:ext cx="99706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작성해주세요</a:t>
            </a:r>
          </a:p>
        </p:txBody>
      </p:sp>
    </p:spTree>
    <p:extLst>
      <p:ext uri="{BB962C8B-B14F-4D97-AF65-F5344CB8AC3E}">
        <p14:creationId xmlns:p14="http://schemas.microsoft.com/office/powerpoint/2010/main" val="1643905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F8D2-B713-22C8-4972-D49F58EBD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7400EB1-D7F0-5155-DD40-365D05F8C035}"/>
              </a:ext>
            </a:extLst>
          </p:cNvPr>
          <p:cNvCxnSpPr>
            <a:cxnSpLocks/>
          </p:cNvCxnSpPr>
          <p:nvPr/>
        </p:nvCxnSpPr>
        <p:spPr>
          <a:xfrm>
            <a:off x="521895" y="6246341"/>
            <a:ext cx="1114821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76DA38-D428-ED2B-8FFA-CD9222A8808E}"/>
              </a:ext>
            </a:extLst>
          </p:cNvPr>
          <p:cNvSpPr txBox="1"/>
          <p:nvPr/>
        </p:nvSpPr>
        <p:spPr>
          <a:xfrm>
            <a:off x="11503393" y="6343921"/>
            <a:ext cx="166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16EBC-6616-4A32-8DFE-4E85D989BA0A}" type="slidenum">
              <a:rPr kumimoji="0" lang="en-US" altLang="ko-KR" sz="1000" b="0" i="0" u="none" strike="noStrike" kern="1200" cap="none" spc="-50" normalizeH="0" baseline="0" noProof="0" smtClean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0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064865D-9781-643E-9098-EED36288E48E}"/>
              </a:ext>
            </a:extLst>
          </p:cNvPr>
          <p:cNvGraphicFramePr>
            <a:graphicFrameLocks noGrp="1"/>
          </p:cNvGraphicFramePr>
          <p:nvPr/>
        </p:nvGraphicFramePr>
        <p:xfrm>
          <a:off x="1059737" y="3869878"/>
          <a:ext cx="10443657" cy="185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289">
                  <a:extLst>
                    <a:ext uri="{9D8B030D-6E8A-4147-A177-3AD203B41FA5}">
                      <a16:colId xmlns:a16="http://schemas.microsoft.com/office/drawing/2014/main" val="1575381281"/>
                    </a:ext>
                  </a:extLst>
                </a:gridCol>
                <a:gridCol w="3780684">
                  <a:extLst>
                    <a:ext uri="{9D8B030D-6E8A-4147-A177-3AD203B41FA5}">
                      <a16:colId xmlns:a16="http://schemas.microsoft.com/office/drawing/2014/main" val="480013056"/>
                    </a:ext>
                  </a:extLst>
                </a:gridCol>
                <a:gridCol w="1045029">
                  <a:extLst>
                    <a:ext uri="{9D8B030D-6E8A-4147-A177-3AD203B41FA5}">
                      <a16:colId xmlns:a16="http://schemas.microsoft.com/office/drawing/2014/main" val="793355790"/>
                    </a:ext>
                  </a:extLst>
                </a:gridCol>
                <a:gridCol w="634481">
                  <a:extLst>
                    <a:ext uri="{9D8B030D-6E8A-4147-A177-3AD203B41FA5}">
                      <a16:colId xmlns:a16="http://schemas.microsoft.com/office/drawing/2014/main" val="2521340208"/>
                    </a:ext>
                  </a:extLst>
                </a:gridCol>
                <a:gridCol w="3115174">
                  <a:extLst>
                    <a:ext uri="{9D8B030D-6E8A-4147-A177-3AD203B41FA5}">
                      <a16:colId xmlns:a16="http://schemas.microsoft.com/office/drawing/2014/main" val="2502947451"/>
                    </a:ext>
                  </a:extLst>
                </a:gridCol>
              </a:tblGrid>
              <a:tr h="307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표는</a:t>
                      </a:r>
                    </a:p>
                  </a:txBody>
                  <a:tcPr anchor="ctr">
                    <a:solidFill>
                      <a:srgbClr val="26414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이렇게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14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작성</a:t>
                      </a:r>
                    </a:p>
                  </a:txBody>
                  <a:tcPr anchor="ctr">
                    <a:solidFill>
                      <a:srgbClr val="26414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latin typeface="Pretendard ExtraBold" panose="02000903000000020004" pitchFamily="2" charset="-127"/>
                          <a:ea typeface="Pretendard ExtraBold" panose="02000903000000020004" pitchFamily="2" charset="-127"/>
                          <a:cs typeface="Pretendard ExtraBold" panose="02000903000000020004" pitchFamily="2" charset="-127"/>
                        </a:rPr>
                        <a:t>해보세요</a:t>
                      </a:r>
                    </a:p>
                  </a:txBody>
                  <a:tcPr anchor="ctr">
                    <a:solidFill>
                      <a:srgbClr val="2641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422967"/>
                  </a:ext>
                </a:extLst>
              </a:tr>
              <a:tr h="80713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58324"/>
                  </a:ext>
                </a:extLst>
              </a:tr>
              <a:tr h="73967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8319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2A4E767-B438-1D99-CE20-BB87CE1923B2}"/>
              </a:ext>
            </a:extLst>
          </p:cNvPr>
          <p:cNvSpPr txBox="1"/>
          <p:nvPr/>
        </p:nvSpPr>
        <p:spPr>
          <a:xfrm>
            <a:off x="1059737" y="3452775"/>
            <a:ext cx="679673" cy="2274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108E3C2-E937-CCFC-9A96-3ED70FCFEBCE}"/>
              </a:ext>
            </a:extLst>
          </p:cNvPr>
          <p:cNvCxnSpPr>
            <a:cxnSpLocks/>
          </p:cNvCxnSpPr>
          <p:nvPr/>
        </p:nvCxnSpPr>
        <p:spPr>
          <a:xfrm>
            <a:off x="1059737" y="3733810"/>
            <a:ext cx="1098391" cy="0"/>
          </a:xfrm>
          <a:prstGeom prst="line">
            <a:avLst/>
          </a:prstGeom>
          <a:ln>
            <a:solidFill>
              <a:srgbClr val="2641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83EF6E-5663-19F8-B920-CACC001B31EB}"/>
              </a:ext>
            </a:extLst>
          </p:cNvPr>
          <p:cNvSpPr txBox="1"/>
          <p:nvPr/>
        </p:nvSpPr>
        <p:spPr>
          <a:xfrm>
            <a:off x="1059737" y="1538970"/>
            <a:ext cx="293029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내용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E787026-9FCE-A0C6-53C1-BEE90F57BA35}"/>
              </a:ext>
            </a:extLst>
          </p:cNvPr>
          <p:cNvCxnSpPr/>
          <p:nvPr/>
        </p:nvCxnSpPr>
        <p:spPr>
          <a:xfrm>
            <a:off x="1059737" y="1820005"/>
            <a:ext cx="1098391" cy="0"/>
          </a:xfrm>
          <a:prstGeom prst="line">
            <a:avLst/>
          </a:prstGeom>
          <a:ln>
            <a:solidFill>
              <a:srgbClr val="2641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E413FFD-1478-8EDB-729D-4A841B80EE93}"/>
              </a:ext>
            </a:extLst>
          </p:cNvPr>
          <p:cNvSpPr/>
          <p:nvPr/>
        </p:nvSpPr>
        <p:spPr>
          <a:xfrm>
            <a:off x="1059738" y="1972667"/>
            <a:ext cx="3882660" cy="775646"/>
          </a:xfrm>
          <a:prstGeom prst="roundRect">
            <a:avLst>
              <a:gd name="adj" fmla="val 50000"/>
            </a:avLst>
          </a:prstGeom>
          <a:solidFill>
            <a:srgbClr val="DEE2E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024258F-C02A-5391-9E11-33C96439C542}"/>
              </a:ext>
            </a:extLst>
          </p:cNvPr>
          <p:cNvSpPr/>
          <p:nvPr/>
        </p:nvSpPr>
        <p:spPr>
          <a:xfrm>
            <a:off x="4309135" y="1972667"/>
            <a:ext cx="3882660" cy="775646"/>
          </a:xfrm>
          <a:prstGeom prst="roundRect">
            <a:avLst>
              <a:gd name="adj" fmla="val 50000"/>
            </a:avLst>
          </a:prstGeom>
          <a:solidFill>
            <a:srgbClr val="71879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E1A255E-2923-9934-A543-47E7E2386276}"/>
              </a:ext>
            </a:extLst>
          </p:cNvPr>
          <p:cNvSpPr/>
          <p:nvPr/>
        </p:nvSpPr>
        <p:spPr>
          <a:xfrm>
            <a:off x="4309134" y="1971618"/>
            <a:ext cx="777600" cy="777600"/>
          </a:xfrm>
          <a:prstGeom prst="ellipse">
            <a:avLst/>
          </a:prstGeom>
          <a:solidFill>
            <a:sysClr val="windowText" lastClr="000000">
              <a:lumMod val="85000"/>
              <a:lumOff val="1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45DD79-5DC6-6A3B-28AD-2CBFE37876DF}"/>
              </a:ext>
            </a:extLst>
          </p:cNvPr>
          <p:cNvSpPr txBox="1"/>
          <p:nvPr/>
        </p:nvSpPr>
        <p:spPr>
          <a:xfrm>
            <a:off x="4451712" y="2118604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ontserrat Medium" pitchFamily="2" charset="0"/>
                <a:ea typeface="맑은 고딕" panose="020B0503020000020004" pitchFamily="50" charset="-127"/>
                <a:cs typeface="+mn-cs"/>
              </a:rPr>
              <a:t>▶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8396C8-0F25-B106-9DC0-731B476DF186}"/>
              </a:ext>
            </a:extLst>
          </p:cNvPr>
          <p:cNvSpPr txBox="1"/>
          <p:nvPr/>
        </p:nvSpPr>
        <p:spPr>
          <a:xfrm>
            <a:off x="2291734" y="2205624"/>
            <a:ext cx="1157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주요 키워드를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4FB5A04-3A0A-B9B2-9E7F-4C97FC646978}"/>
              </a:ext>
            </a:extLst>
          </p:cNvPr>
          <p:cNvSpPr/>
          <p:nvPr/>
        </p:nvSpPr>
        <p:spPr>
          <a:xfrm>
            <a:off x="7527886" y="1972667"/>
            <a:ext cx="3882660" cy="775646"/>
          </a:xfrm>
          <a:prstGeom prst="roundRect">
            <a:avLst>
              <a:gd name="adj" fmla="val 50000"/>
            </a:avLst>
          </a:prstGeom>
          <a:solidFill>
            <a:srgbClr val="2641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4C3319E-050D-4281-8387-605572DC79D1}"/>
              </a:ext>
            </a:extLst>
          </p:cNvPr>
          <p:cNvSpPr/>
          <p:nvPr/>
        </p:nvSpPr>
        <p:spPr>
          <a:xfrm>
            <a:off x="7529346" y="1970713"/>
            <a:ext cx="777600" cy="777600"/>
          </a:xfrm>
          <a:prstGeom prst="ellipse">
            <a:avLst/>
          </a:prstGeom>
          <a:solidFill>
            <a:sysClr val="windowText" lastClr="000000">
              <a:lumMod val="85000"/>
              <a:lumOff val="1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8069F6-2AE5-657D-4AB6-E3D3EA279779}"/>
              </a:ext>
            </a:extLst>
          </p:cNvPr>
          <p:cNvSpPr txBox="1"/>
          <p:nvPr/>
        </p:nvSpPr>
        <p:spPr>
          <a:xfrm>
            <a:off x="7671924" y="212793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Montserrat Medium" pitchFamily="2" charset="0"/>
                <a:ea typeface="맑은 고딕" panose="020B0503020000020004" pitchFamily="50" charset="-127"/>
                <a:cs typeface="+mn-cs"/>
              </a:rPr>
              <a:t>▶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8F6237-1007-5FF3-A6E7-19426AB43848}"/>
              </a:ext>
            </a:extLst>
          </p:cNvPr>
          <p:cNvSpPr txBox="1"/>
          <p:nvPr/>
        </p:nvSpPr>
        <p:spPr>
          <a:xfrm>
            <a:off x="5906156" y="2205624"/>
            <a:ext cx="8066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자유롭게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8DDC19-9256-3184-AD39-2A6C1421DBB1}"/>
              </a:ext>
            </a:extLst>
          </p:cNvPr>
          <p:cNvSpPr txBox="1"/>
          <p:nvPr/>
        </p:nvSpPr>
        <p:spPr>
          <a:xfrm>
            <a:off x="9341110" y="2205624"/>
            <a:ext cx="962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solidFill>
                    <a:srgbClr val="4472C4">
                      <a:shade val="15000"/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넣어보세요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67B805-7834-2993-F07F-EEA1199629ED}"/>
              </a:ext>
            </a:extLst>
          </p:cNvPr>
          <p:cNvSpPr txBox="1"/>
          <p:nvPr/>
        </p:nvSpPr>
        <p:spPr>
          <a:xfrm>
            <a:off x="1215384" y="2746782"/>
            <a:ext cx="2635658" cy="446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A1A1A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A1A1A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A1A1A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요약하면 좋아요</a:t>
            </a:r>
            <a:endParaRPr kumimoji="0" lang="en-US" altLang="ko-KR" sz="1000" b="0" i="0" u="none" strike="noStrike" kern="1200" cap="none" spc="-30" normalizeH="0" baseline="0" noProof="0" dirty="0">
              <a:ln>
                <a:solidFill>
                  <a:srgbClr val="007AF9">
                    <a:shade val="15000"/>
                    <a:alpha val="0"/>
                  </a:srgbClr>
                </a:solidFill>
              </a:ln>
              <a:solidFill>
                <a:srgbClr val="A1A1A1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A1A1A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A1A1A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A1A1A1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요약하면 좋아요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A716F0-3203-99E1-8383-B341CE1644B8}"/>
              </a:ext>
            </a:extLst>
          </p:cNvPr>
          <p:cNvSpPr txBox="1"/>
          <p:nvPr/>
        </p:nvSpPr>
        <p:spPr>
          <a:xfrm>
            <a:off x="4946516" y="2746782"/>
            <a:ext cx="2635658" cy="446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요약하면 좋아요</a:t>
            </a:r>
            <a:endParaRPr kumimoji="0" lang="en-US" altLang="ko-KR" sz="1000" b="0" i="0" u="none" strike="noStrike" kern="1200" cap="none" spc="-30" normalizeH="0" baseline="0" noProof="0" dirty="0">
              <a:ln>
                <a:solidFill>
                  <a:srgbClr val="007AF9">
                    <a:shade val="15000"/>
                    <a:alpha val="0"/>
                  </a:srgbClr>
                </a:solidFill>
              </a:ln>
              <a:solidFill>
                <a:srgbClr val="71879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71879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요약하면 좋아요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872377F-F011-5399-6BEB-5091DECEAC04}"/>
              </a:ext>
            </a:extLst>
          </p:cNvPr>
          <p:cNvSpPr txBox="1"/>
          <p:nvPr/>
        </p:nvSpPr>
        <p:spPr>
          <a:xfrm>
            <a:off x="8178794" y="2746782"/>
            <a:ext cx="2635658" cy="4461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요약하면 좋아요</a:t>
            </a:r>
            <a:endParaRPr kumimoji="0" lang="en-US" altLang="ko-KR" sz="1000" b="0" i="0" u="none" strike="noStrike" kern="1200" cap="none" spc="-30" normalizeH="0" baseline="0" noProof="0" dirty="0">
              <a:ln>
                <a:solidFill>
                  <a:srgbClr val="007AF9">
                    <a:shade val="15000"/>
                    <a:alpha val="0"/>
                  </a:srgbClr>
                </a:solidFill>
              </a:ln>
              <a:solidFill>
                <a:srgbClr val="264148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설명을 작성해주세요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solidFill>
                    <a:srgbClr val="007AF9">
                      <a:shade val="15000"/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간략하게 요약하면 좋아요</a:t>
            </a:r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10381BDB-0B77-8AA7-C6C9-9EE1F44E1B95}"/>
              </a:ext>
            </a:extLst>
          </p:cNvPr>
          <p:cNvSpPr/>
          <p:nvPr/>
        </p:nvSpPr>
        <p:spPr>
          <a:xfrm rot="10800000">
            <a:off x="570118" y="-1"/>
            <a:ext cx="360362" cy="1331120"/>
          </a:xfrm>
          <a:prstGeom prst="round2SameRect">
            <a:avLst/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85000"/>
                  <a:lumOff val="15000"/>
                </a:srgbClr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7EDDF-307C-D6CB-511C-AA3101E79623}"/>
              </a:ext>
            </a:extLst>
          </p:cNvPr>
          <p:cNvSpPr txBox="1"/>
          <p:nvPr/>
        </p:nvSpPr>
        <p:spPr>
          <a:xfrm>
            <a:off x="672711" y="1064102"/>
            <a:ext cx="155172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05</a:t>
            </a:r>
            <a:endParaRPr kumimoji="0" lang="ko-KR" altLang="en-US" sz="105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362A61-9575-F581-5A8C-FDE89EC1A285}"/>
              </a:ext>
            </a:extLst>
          </p:cNvPr>
          <p:cNvSpPr txBox="1"/>
          <p:nvPr/>
        </p:nvSpPr>
        <p:spPr>
          <a:xfrm>
            <a:off x="1061429" y="917428"/>
            <a:ext cx="2789225" cy="4413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제목을 작성해주세요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4775C0-61D2-585C-9821-F92AED39BBD5}"/>
              </a:ext>
            </a:extLst>
          </p:cNvPr>
          <p:cNvSpPr txBox="1"/>
          <p:nvPr/>
        </p:nvSpPr>
        <p:spPr>
          <a:xfrm>
            <a:off x="1061429" y="633807"/>
            <a:ext cx="13128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제목을 작성해주세요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DF7F8-F66A-01B9-79D4-F6DBB662FB11}"/>
              </a:ext>
            </a:extLst>
          </p:cNvPr>
          <p:cNvSpPr txBox="1"/>
          <p:nvPr/>
        </p:nvSpPr>
        <p:spPr>
          <a:xfrm>
            <a:off x="521895" y="6343921"/>
            <a:ext cx="99706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작성해주세요</a:t>
            </a:r>
          </a:p>
        </p:txBody>
      </p:sp>
    </p:spTree>
    <p:extLst>
      <p:ext uri="{BB962C8B-B14F-4D97-AF65-F5344CB8AC3E}">
        <p14:creationId xmlns:p14="http://schemas.microsoft.com/office/powerpoint/2010/main" val="1436872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0DCD-B31A-B89F-5BA4-C6B1695B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78D132F-9A1E-0738-56CF-C1FCEC1B3C79}"/>
              </a:ext>
            </a:extLst>
          </p:cNvPr>
          <p:cNvCxnSpPr>
            <a:cxnSpLocks/>
          </p:cNvCxnSpPr>
          <p:nvPr/>
        </p:nvCxnSpPr>
        <p:spPr>
          <a:xfrm>
            <a:off x="521895" y="6246341"/>
            <a:ext cx="1114821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7F831D-D7D6-07EE-9297-0D6614978AC8}"/>
              </a:ext>
            </a:extLst>
          </p:cNvPr>
          <p:cNvSpPr txBox="1"/>
          <p:nvPr/>
        </p:nvSpPr>
        <p:spPr>
          <a:xfrm>
            <a:off x="11503393" y="6343921"/>
            <a:ext cx="16671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16EBC-6616-4A32-8DFE-4E85D989BA0A}" type="slidenum">
              <a:rPr kumimoji="0" lang="en-US" altLang="ko-KR" sz="1000" b="0" i="0" u="none" strike="noStrike" kern="1200" cap="none" spc="-50" normalizeH="0" baseline="0" noProof="0" smtClean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000" b="0" i="0" u="none" strike="noStrike" kern="1200" cap="none" spc="-5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7F7F7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n-cs"/>
            </a:endParaRPr>
          </a:p>
        </p:txBody>
      </p:sp>
      <p:sp>
        <p:nvSpPr>
          <p:cNvPr id="11" name="사각형: 둥근 위쪽 모서리 10">
            <a:extLst>
              <a:ext uri="{FF2B5EF4-FFF2-40B4-BE49-F238E27FC236}">
                <a16:creationId xmlns:a16="http://schemas.microsoft.com/office/drawing/2014/main" id="{ABC50BD0-39E3-7DA1-C284-0914D237AF17}"/>
              </a:ext>
            </a:extLst>
          </p:cNvPr>
          <p:cNvSpPr/>
          <p:nvPr/>
        </p:nvSpPr>
        <p:spPr>
          <a:xfrm rot="10800000">
            <a:off x="570118" y="-1"/>
            <a:ext cx="360362" cy="1331120"/>
          </a:xfrm>
          <a:prstGeom prst="round2SameRect">
            <a:avLst/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2F2F2">
                  <a:lumMod val="85000"/>
                  <a:lumOff val="15000"/>
                </a:srgbClr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E36ED-8B5D-4386-FE0F-F54A5329F127}"/>
              </a:ext>
            </a:extLst>
          </p:cNvPr>
          <p:cNvSpPr txBox="1"/>
          <p:nvPr/>
        </p:nvSpPr>
        <p:spPr>
          <a:xfrm>
            <a:off x="671910" y="1064102"/>
            <a:ext cx="156774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06</a:t>
            </a:r>
            <a:endParaRPr kumimoji="0" lang="ko-KR" altLang="en-US" sz="105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Pretendard bold" panose="02000803000000020004" pitchFamily="2" charset="-127"/>
              <a:ea typeface="Pretendard bold" panose="02000803000000020004" pitchFamily="2" charset="-127"/>
              <a:cs typeface="Pretendard bold" panose="020008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656592-86D2-AC3C-A645-BFEB0C8B1BAD}"/>
              </a:ext>
            </a:extLst>
          </p:cNvPr>
          <p:cNvSpPr txBox="1"/>
          <p:nvPr/>
        </p:nvSpPr>
        <p:spPr>
          <a:xfrm>
            <a:off x="1061429" y="917428"/>
            <a:ext cx="2789225" cy="44133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3B3B3B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제목을 작성해주세요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4CFC9E-E5F7-9961-97EA-616A98307848}"/>
              </a:ext>
            </a:extLst>
          </p:cNvPr>
          <p:cNvSpPr txBox="1"/>
          <p:nvPr/>
        </p:nvSpPr>
        <p:spPr>
          <a:xfrm>
            <a:off x="1061429" y="633807"/>
            <a:ext cx="131286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400" spc="-1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 bold" panose="02000803000000020004" pitchFamily="2" charset="-127"/>
                <a:ea typeface="Pretendard bold" panose="02000803000000020004" pitchFamily="2" charset="-127"/>
                <a:cs typeface="Pretendard bold" panose="02000803000000020004" pitchFamily="2" charset="-127"/>
              </a:rPr>
              <a:t>제목을 작성해주세요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1D06BD6-795D-8CA1-56B0-343A8529768F}"/>
              </a:ext>
            </a:extLst>
          </p:cNvPr>
          <p:cNvSpPr/>
          <p:nvPr/>
        </p:nvSpPr>
        <p:spPr>
          <a:xfrm>
            <a:off x="1010980" y="1590661"/>
            <a:ext cx="1148560" cy="357047"/>
          </a:xfrm>
          <a:prstGeom prst="roundRect">
            <a:avLst>
              <a:gd name="adj" fmla="val 50000"/>
            </a:avLst>
          </a:prstGeom>
          <a:solidFill>
            <a:srgbClr val="2641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/>
              <a:ea typeface="나눔스퀘어 네오 Bol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3EEE52-6BC3-7108-90FF-375487C12681}"/>
              </a:ext>
            </a:extLst>
          </p:cNvPr>
          <p:cNvSpPr txBox="1"/>
          <p:nvPr/>
        </p:nvSpPr>
        <p:spPr>
          <a:xfrm>
            <a:off x="1360200" y="1646831"/>
            <a:ext cx="439544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키워드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ED48B-418D-6889-D099-E8C8FBFD7850}"/>
              </a:ext>
            </a:extLst>
          </p:cNvPr>
          <p:cNvSpPr txBox="1"/>
          <p:nvPr/>
        </p:nvSpPr>
        <p:spPr>
          <a:xfrm>
            <a:off x="2291734" y="1646831"/>
            <a:ext cx="1673856" cy="22063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264148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설명 간단하게 작성하세요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F4571-627A-DEB1-6F99-E8E7A8945715}"/>
              </a:ext>
            </a:extLst>
          </p:cNvPr>
          <p:cNvSpPr txBox="1"/>
          <p:nvPr/>
        </p:nvSpPr>
        <p:spPr>
          <a:xfrm>
            <a:off x="1477796" y="214295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05F00F1-DA93-07B1-E065-C8594A842F50}"/>
              </a:ext>
            </a:extLst>
          </p:cNvPr>
          <p:cNvSpPr/>
          <p:nvPr/>
        </p:nvSpPr>
        <p:spPr>
          <a:xfrm>
            <a:off x="1157372" y="2162079"/>
            <a:ext cx="306385" cy="251600"/>
          </a:xfrm>
          <a:prstGeom prst="roundRect">
            <a:avLst>
              <a:gd name="adj" fmla="val 8801"/>
            </a:avLst>
          </a:prstGeom>
          <a:solidFill>
            <a:srgbClr val="71879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01</a:t>
            </a:r>
            <a:endParaRPr kumimoji="0" lang="ko-KR" altLang="en-US" sz="900" b="0" i="0" u="none" strike="noStrike" kern="0" cap="none" spc="4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3276ABDA-760B-F845-5E42-5C2424EB07F4}"/>
              </a:ext>
            </a:extLst>
          </p:cNvPr>
          <p:cNvGraphicFramePr>
            <a:graphicFrameLocks noGrp="1"/>
          </p:cNvGraphicFramePr>
          <p:nvPr/>
        </p:nvGraphicFramePr>
        <p:xfrm>
          <a:off x="1157372" y="2563004"/>
          <a:ext cx="3217154" cy="3171947"/>
        </p:xfrm>
        <a:graphic>
          <a:graphicData uri="http://schemas.openxmlformats.org/drawingml/2006/table">
            <a:tbl>
              <a:tblPr/>
              <a:tblGrid>
                <a:gridCol w="496229">
                  <a:extLst>
                    <a:ext uri="{9D8B030D-6E8A-4147-A177-3AD203B41FA5}">
                      <a16:colId xmlns:a16="http://schemas.microsoft.com/office/drawing/2014/main" val="2131630919"/>
                    </a:ext>
                  </a:extLst>
                </a:gridCol>
                <a:gridCol w="2720925">
                  <a:extLst>
                    <a:ext uri="{9D8B030D-6E8A-4147-A177-3AD203B41FA5}">
                      <a16:colId xmlns:a16="http://schemas.microsoft.com/office/drawing/2014/main" val="583067555"/>
                    </a:ext>
                  </a:extLst>
                </a:gridCol>
              </a:tblGrid>
              <a:tr h="25153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7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94528"/>
                  </a:ext>
                </a:extLst>
              </a:tr>
              <a:tr h="397924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719714"/>
                  </a:ext>
                </a:extLst>
              </a:tr>
              <a:tr h="1163381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fontAlgn="ctr">
                        <a:buFontTx/>
                        <a:buChar char="-"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916000"/>
                  </a:ext>
                </a:extLst>
              </a:tr>
              <a:tr h="573628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987758"/>
                  </a:ext>
                </a:extLst>
              </a:tr>
              <a:tr h="785479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27386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1BCF042-B3DB-5D9A-A5C8-7A4F8D42A354}"/>
              </a:ext>
            </a:extLst>
          </p:cNvPr>
          <p:cNvSpPr txBox="1"/>
          <p:nvPr/>
        </p:nvSpPr>
        <p:spPr>
          <a:xfrm>
            <a:off x="5072230" y="214295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2A86147-D268-4028-0253-2ECF63CB4BEE}"/>
              </a:ext>
            </a:extLst>
          </p:cNvPr>
          <p:cNvSpPr/>
          <p:nvPr/>
        </p:nvSpPr>
        <p:spPr>
          <a:xfrm>
            <a:off x="4751806" y="2162079"/>
            <a:ext cx="306385" cy="251600"/>
          </a:xfrm>
          <a:prstGeom prst="roundRect">
            <a:avLst>
              <a:gd name="adj" fmla="val 8801"/>
            </a:avLst>
          </a:prstGeom>
          <a:solidFill>
            <a:srgbClr val="71879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02</a:t>
            </a:r>
            <a:endParaRPr kumimoji="0" lang="ko-KR" altLang="en-US" sz="900" b="0" i="0" u="none" strike="noStrike" kern="0" cap="none" spc="4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68C0AC6-C9E4-AAC3-0AFF-AA5697A430C8}"/>
              </a:ext>
            </a:extLst>
          </p:cNvPr>
          <p:cNvGraphicFramePr>
            <a:graphicFrameLocks noGrp="1"/>
          </p:cNvGraphicFramePr>
          <p:nvPr/>
        </p:nvGraphicFramePr>
        <p:xfrm>
          <a:off x="4743967" y="2563005"/>
          <a:ext cx="3217154" cy="3188780"/>
        </p:xfrm>
        <a:graphic>
          <a:graphicData uri="http://schemas.openxmlformats.org/drawingml/2006/table">
            <a:tbl>
              <a:tblPr/>
              <a:tblGrid>
                <a:gridCol w="496229">
                  <a:extLst>
                    <a:ext uri="{9D8B030D-6E8A-4147-A177-3AD203B41FA5}">
                      <a16:colId xmlns:a16="http://schemas.microsoft.com/office/drawing/2014/main" val="2131630919"/>
                    </a:ext>
                  </a:extLst>
                </a:gridCol>
                <a:gridCol w="2720925">
                  <a:extLst>
                    <a:ext uri="{9D8B030D-6E8A-4147-A177-3AD203B41FA5}">
                      <a16:colId xmlns:a16="http://schemas.microsoft.com/office/drawing/2014/main" val="583067555"/>
                    </a:ext>
                  </a:extLst>
                </a:gridCol>
              </a:tblGrid>
              <a:tr h="29075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7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94528"/>
                  </a:ext>
                </a:extLst>
              </a:tr>
              <a:tr h="360097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719714"/>
                  </a:ext>
                </a:extLst>
              </a:tr>
              <a:tr h="1166326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fontAlgn="ctr">
                        <a:buFontTx/>
                        <a:buChar char="-"/>
                      </a:pP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916000"/>
                  </a:ext>
                </a:extLst>
              </a:tr>
              <a:tr h="531845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962718"/>
                  </a:ext>
                </a:extLst>
              </a:tr>
              <a:tr h="839755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11275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747194C-DF62-2E37-0C85-4F0CFEDC1462}"/>
              </a:ext>
            </a:extLst>
          </p:cNvPr>
          <p:cNvSpPr txBox="1"/>
          <p:nvPr/>
        </p:nvSpPr>
        <p:spPr>
          <a:xfrm>
            <a:off x="8658825" y="2142955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718790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제목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38AE7B6-575D-7FF0-9E72-35F96F2133E3}"/>
              </a:ext>
            </a:extLst>
          </p:cNvPr>
          <p:cNvSpPr/>
          <p:nvPr/>
        </p:nvSpPr>
        <p:spPr>
          <a:xfrm>
            <a:off x="8338401" y="2162079"/>
            <a:ext cx="306385" cy="251600"/>
          </a:xfrm>
          <a:prstGeom prst="roundRect">
            <a:avLst>
              <a:gd name="adj" fmla="val 8801"/>
            </a:avLst>
          </a:prstGeom>
          <a:solidFill>
            <a:srgbClr val="71879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03</a:t>
            </a:r>
            <a:endParaRPr kumimoji="0" lang="ko-KR" altLang="en-US" sz="900" b="0" i="0" u="none" strike="noStrike" kern="0" cap="none" spc="4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EEC02D6-205B-C3E5-7723-BB212CDD84C5}"/>
              </a:ext>
            </a:extLst>
          </p:cNvPr>
          <p:cNvGraphicFramePr>
            <a:graphicFrameLocks noGrp="1"/>
          </p:cNvGraphicFramePr>
          <p:nvPr/>
        </p:nvGraphicFramePr>
        <p:xfrm>
          <a:off x="8330562" y="2563006"/>
          <a:ext cx="3217154" cy="3188779"/>
        </p:xfrm>
        <a:graphic>
          <a:graphicData uri="http://schemas.openxmlformats.org/drawingml/2006/table">
            <a:tbl>
              <a:tblPr/>
              <a:tblGrid>
                <a:gridCol w="496229">
                  <a:extLst>
                    <a:ext uri="{9D8B030D-6E8A-4147-A177-3AD203B41FA5}">
                      <a16:colId xmlns:a16="http://schemas.microsoft.com/office/drawing/2014/main" val="2131630919"/>
                    </a:ext>
                  </a:extLst>
                </a:gridCol>
                <a:gridCol w="2720925">
                  <a:extLst>
                    <a:ext uri="{9D8B030D-6E8A-4147-A177-3AD203B41FA5}">
                      <a16:colId xmlns:a16="http://schemas.microsoft.com/office/drawing/2014/main" val="583067555"/>
                    </a:ext>
                  </a:extLst>
                </a:gridCol>
              </a:tblGrid>
              <a:tr h="2357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7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87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94528"/>
                  </a:ext>
                </a:extLst>
              </a:tr>
              <a:tr h="405735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719714"/>
                  </a:ext>
                </a:extLst>
              </a:tr>
              <a:tr h="1156996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 fontAlgn="ctr">
                        <a:buFontTx/>
                        <a:buChar char="-"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916000"/>
                  </a:ext>
                </a:extLst>
              </a:tr>
              <a:tr h="531845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398223"/>
                  </a:ext>
                </a:extLst>
              </a:tr>
              <a:tr h="858416"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fontAlgn="ctr">
                        <a:buFontTx/>
                        <a:buNone/>
                      </a:pP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273869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3F508EA9-8F61-9CD1-1964-A9F1CD4CEFB9}"/>
              </a:ext>
            </a:extLst>
          </p:cNvPr>
          <p:cNvSpPr txBox="1"/>
          <p:nvPr/>
        </p:nvSpPr>
        <p:spPr>
          <a:xfrm>
            <a:off x="1157373" y="5843904"/>
            <a:ext cx="6399874" cy="1654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kumimoji="0" lang="ko-KR" altLang="en-US" sz="90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참고해야 하는 내용이 있다면 작성해주세요</a:t>
            </a:r>
            <a:r>
              <a:rPr kumimoji="0" lang="en-US" altLang="ko-KR" sz="1050" b="0" i="0" u="none" strike="noStrike" kern="1200" cap="none" spc="-7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kumimoji="0" lang="en-US" altLang="ko-KR" sz="900" b="0" i="0" u="none" strike="noStrike" kern="1200" cap="none" spc="-70" normalizeH="0" baseline="0" noProof="0" dirty="0">
              <a:ln>
                <a:solidFill>
                  <a:srgbClr val="007AF9">
                    <a:alpha val="0"/>
                  </a:srgbClr>
                </a:solidFill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29ECB7-E1A3-B7C8-092E-EBE1FA106D50}"/>
              </a:ext>
            </a:extLst>
          </p:cNvPr>
          <p:cNvSpPr txBox="1"/>
          <p:nvPr/>
        </p:nvSpPr>
        <p:spPr>
          <a:xfrm>
            <a:off x="521895" y="6343921"/>
            <a:ext cx="99706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-50" normalizeH="0" baseline="0" noProof="0" dirty="0">
                <a:ln>
                  <a:solidFill>
                    <a:srgbClr val="007AF9">
                      <a:alpha val="0"/>
                    </a:srgbClr>
                  </a:solidFill>
                </a:ln>
                <a:solidFill>
                  <a:srgbClr val="7F7F7F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제목을 작성해주세요</a:t>
            </a:r>
          </a:p>
        </p:txBody>
      </p:sp>
    </p:spTree>
    <p:extLst>
      <p:ext uri="{BB962C8B-B14F-4D97-AF65-F5344CB8AC3E}">
        <p14:creationId xmlns:p14="http://schemas.microsoft.com/office/powerpoint/2010/main" val="2306636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1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3A1187-4DAB-6B15-2D98-CA18946A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6EAA43-3637-D7D7-6BF1-E53885C50C9F}"/>
              </a:ext>
            </a:extLst>
          </p:cNvPr>
          <p:cNvSpPr txBox="1"/>
          <p:nvPr/>
        </p:nvSpPr>
        <p:spPr>
          <a:xfrm>
            <a:off x="422786" y="2655977"/>
            <a:ext cx="11230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E.O.D</a:t>
            </a:r>
            <a:endParaRPr kumimoji="0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73102-D4D7-12C5-342A-81E4E9D38EF9}"/>
              </a:ext>
            </a:extLst>
          </p:cNvPr>
          <p:cNvSpPr txBox="1"/>
          <p:nvPr/>
        </p:nvSpPr>
        <p:spPr>
          <a:xfrm>
            <a:off x="6096000" y="3551313"/>
            <a:ext cx="5532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916B8D9-2141-A7B2-1579-238745623847}"/>
              </a:ext>
            </a:extLst>
          </p:cNvPr>
          <p:cNvCxnSpPr>
            <a:cxnSpLocks/>
          </p:cNvCxnSpPr>
          <p:nvPr/>
        </p:nvCxnSpPr>
        <p:spPr>
          <a:xfrm>
            <a:off x="422786" y="3419167"/>
            <a:ext cx="1129726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62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테마">
  <a:themeElements>
    <a:clrScheme name="사용자 지정 12">
      <a:dk1>
        <a:srgbClr val="F2F2F2"/>
      </a:dk1>
      <a:lt1>
        <a:srgbClr val="FFFFFF"/>
      </a:lt1>
      <a:dk2>
        <a:srgbClr val="7F7F7F"/>
      </a:dk2>
      <a:lt2>
        <a:srgbClr val="3B3B3B"/>
      </a:lt2>
      <a:accent1>
        <a:srgbClr val="007AF9"/>
      </a:accent1>
      <a:accent2>
        <a:srgbClr val="7F7F7F"/>
      </a:accent2>
      <a:accent3>
        <a:srgbClr val="007AF9"/>
      </a:accent3>
      <a:accent4>
        <a:srgbClr val="62AFFF"/>
      </a:accent4>
      <a:accent5>
        <a:srgbClr val="005BBA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 네오">
      <a:majorFont>
        <a:latin typeface="나눔스퀘어 네오 Heavy"/>
        <a:ea typeface="나눔스퀘어 네오 Heavy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테마">
  <a:themeElements>
    <a:clrScheme name="사용자 지정 12">
      <a:dk1>
        <a:srgbClr val="F2F2F2"/>
      </a:dk1>
      <a:lt1>
        <a:srgbClr val="FFFFFF"/>
      </a:lt1>
      <a:dk2>
        <a:srgbClr val="7F7F7F"/>
      </a:dk2>
      <a:lt2>
        <a:srgbClr val="3B3B3B"/>
      </a:lt2>
      <a:accent1>
        <a:srgbClr val="007AF9"/>
      </a:accent1>
      <a:accent2>
        <a:srgbClr val="7F7F7F"/>
      </a:accent2>
      <a:accent3>
        <a:srgbClr val="007AF9"/>
      </a:accent3>
      <a:accent4>
        <a:srgbClr val="62AFFF"/>
      </a:accent4>
      <a:accent5>
        <a:srgbClr val="005BBA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 네오">
      <a:majorFont>
        <a:latin typeface="나눔스퀘어 네오 Heavy"/>
        <a:ea typeface="나눔스퀘어 네오 Heavy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529</Words>
  <Application>Microsoft Macintosh PowerPoint</Application>
  <PresentationFormat>와이드스크린</PresentationFormat>
  <Paragraphs>146</Paragraphs>
  <Slides>10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10</vt:i4>
      </vt:variant>
    </vt:vector>
  </HeadingPairs>
  <TitlesOfParts>
    <vt:vector size="32" baseType="lpstr">
      <vt:lpstr>나눔고딕 ExtraBold</vt:lpstr>
      <vt:lpstr>나눔스퀘어 네오 Bold</vt:lpstr>
      <vt:lpstr>나눔스퀘어 네오 ExtraBold</vt:lpstr>
      <vt:lpstr>나눔스퀘어 네오 Heavy</vt:lpstr>
      <vt:lpstr>맑은 고딕</vt:lpstr>
      <vt:lpstr>Pretendard</vt:lpstr>
      <vt:lpstr>Pretendard Black</vt:lpstr>
      <vt:lpstr>Pretendard bold</vt:lpstr>
      <vt:lpstr>Pretendard ExtraBold</vt:lpstr>
      <vt:lpstr>Pretendard ExtraLight</vt:lpstr>
      <vt:lpstr>Pretendard Light</vt:lpstr>
      <vt:lpstr>Pretendard Medium</vt:lpstr>
      <vt:lpstr>Pretendard Regular</vt:lpstr>
      <vt:lpstr>Pretendard SemiBold</vt:lpstr>
      <vt:lpstr>Pretendard Thin</vt:lpstr>
      <vt:lpstr>Arial</vt:lpstr>
      <vt:lpstr>Montserrat Medium</vt:lpstr>
      <vt:lpstr>Wingdings</vt:lpstr>
      <vt:lpstr>Office 테마</vt:lpstr>
      <vt:lpstr>1_Office 테마</vt:lpstr>
      <vt:lpstr>2_Office 테마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백성령</dc:creator>
  <cp:lastModifiedBy>박승훈</cp:lastModifiedBy>
  <cp:revision>5</cp:revision>
  <dcterms:created xsi:type="dcterms:W3CDTF">2025-05-15T02:20:08Z</dcterms:created>
  <dcterms:modified xsi:type="dcterms:W3CDTF">2026-03-02T22:48:05Z</dcterms:modified>
</cp:coreProperties>
</file>